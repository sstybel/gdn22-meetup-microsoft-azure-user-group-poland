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</p:sldMasterIdLst>
  <p:notesMasterIdLst>
    <p:notesMasterId r:id="rId24"/>
  </p:notesMasterIdLst>
  <p:handoutMasterIdLst>
    <p:handoutMasterId r:id="rId25"/>
  </p:handoutMasterIdLst>
  <p:sldIdLst>
    <p:sldId id="257" r:id="rId5"/>
    <p:sldId id="392" r:id="rId6"/>
    <p:sldId id="384" r:id="rId7"/>
    <p:sldId id="389" r:id="rId8"/>
    <p:sldId id="317" r:id="rId9"/>
    <p:sldId id="270" r:id="rId10"/>
    <p:sldId id="399" r:id="rId11"/>
    <p:sldId id="394" r:id="rId12"/>
    <p:sldId id="400" r:id="rId13"/>
    <p:sldId id="393" r:id="rId14"/>
    <p:sldId id="403" r:id="rId15"/>
    <p:sldId id="395" r:id="rId16"/>
    <p:sldId id="404" r:id="rId17"/>
    <p:sldId id="397" r:id="rId18"/>
    <p:sldId id="401" r:id="rId19"/>
    <p:sldId id="398" r:id="rId20"/>
    <p:sldId id="402" r:id="rId21"/>
    <p:sldId id="321" r:id="rId22"/>
    <p:sldId id="391" r:id="rId23"/>
  </p:sldIdLst>
  <p:sldSz cx="12192000" cy="6858000"/>
  <p:notesSz cx="6858000" cy="9144000"/>
  <p:defaultTextStyle>
    <a:defPPr rtl="0"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FF"/>
    <a:srgbClr val="0066FF"/>
    <a:srgbClr val="37335B"/>
    <a:srgbClr val="CCE8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653" autoAdjust="0"/>
    <p:restoredTop sz="93725" autoAdjust="0"/>
  </p:normalViewPr>
  <p:slideViewPr>
    <p:cSldViewPr snapToGrid="0">
      <p:cViewPr varScale="1">
        <p:scale>
          <a:sx n="107" d="100"/>
          <a:sy n="107" d="100"/>
        </p:scale>
        <p:origin x="138" y="366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2709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48" d="100"/>
          <a:sy n="48" d="100"/>
        </p:scale>
        <p:origin x="1911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>
            <a:extLst>
              <a:ext uri="{FF2B5EF4-FFF2-40B4-BE49-F238E27FC236}">
                <a16:creationId xmlns:a16="http://schemas.microsoft.com/office/drawing/2014/main" id="{D1471C2C-1567-47F4-803E-468024209D9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058F5B09-2954-46C6-97BB-9E10649FE2C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17F2C1D-F243-42AB-ADF2-E7CB4E04900E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E39A204B-EBA9-4C6D-BFB2-A104F00C8E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855F72FC-4D2D-4E5B-A4DD-62E2C822FB1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23CDBB5-5B4A-4483-935D-A73935186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2377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ata — symbol zastępcz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20CE34E-5667-4A32-A6BA-10C7A552BC63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Obraz slajdu — symbol zastępcz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Notatki — symbol zastępcz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l"/>
              <a:t>Kliknij, aby edytować style wzorców tekstu</a:t>
            </a:r>
          </a:p>
          <a:p>
            <a:pPr lvl="1" rtl="0"/>
            <a:r>
              <a:rPr lang="pl"/>
              <a:t>Drugi poziom</a:t>
            </a:r>
          </a:p>
          <a:p>
            <a:pPr lvl="2" rtl="0"/>
            <a:r>
              <a:rPr lang="pl"/>
              <a:t>Trzeci poziom</a:t>
            </a:r>
          </a:p>
          <a:p>
            <a:pPr lvl="3" rtl="0"/>
            <a:r>
              <a:rPr lang="pl"/>
              <a:t>Czwarty poziom</a:t>
            </a:r>
          </a:p>
          <a:p>
            <a:pPr lvl="4" rtl="0"/>
            <a:r>
              <a:rPr lang="pl"/>
              <a:t>Piąty poziom</a:t>
            </a:r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7CCE34D-CFF1-4FFE-815B-D050E7ED2D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362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983A999-5E0E-42CA-8400-604AE921FF7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835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983A999-5E0E-42CA-8400-604AE921FF7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07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983A999-5E0E-42CA-8400-604AE921FF7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3312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983A999-5E0E-42CA-8400-604AE921FF7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5501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983A999-5E0E-42CA-8400-604AE921FF7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7416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983A999-5E0E-42CA-8400-604AE921FF7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6403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983A999-5E0E-42CA-8400-604AE921FF7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2938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983A999-5E0E-42CA-8400-604AE921FF7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3821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983A999-5E0E-42CA-8400-604AE921FF7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0647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983A999-5E0E-42CA-8400-604AE921FF7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9609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983A999-5E0E-42CA-8400-604AE921FF7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7013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983A999-5E0E-42CA-8400-604AE921FF7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764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983A999-5E0E-42CA-8400-604AE921FF7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2012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983A999-5E0E-42CA-8400-604AE921FF7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4597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983A999-5E0E-42CA-8400-604AE921FF7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892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ytuł 1">
            <a:extLst>
              <a:ext uri="{FF2B5EF4-FFF2-40B4-BE49-F238E27FC236}">
                <a16:creationId xmlns:a16="http://schemas.microsoft.com/office/drawing/2014/main" id="{9E68F591-F3C7-4872-BBA0-0693794F4F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99414" y="1051551"/>
            <a:ext cx="3565524" cy="2384898"/>
          </a:xfrm>
        </p:spPr>
        <p:txBody>
          <a:bodyPr rtlCol="0" anchor="b" anchorCtr="0">
            <a:noAutofit/>
          </a:bodyPr>
          <a:lstStyle/>
          <a:p>
            <a:pPr rtl="0"/>
            <a:r>
              <a:rPr lang="pl" sz="4800"/>
              <a:t>3DFloat</a:t>
            </a:r>
          </a:p>
        </p:txBody>
      </p:sp>
      <p:sp>
        <p:nvSpPr>
          <p:cNvPr id="14" name="Obraz — symbol zastępczy 13">
            <a:extLst>
              <a:ext uri="{FF2B5EF4-FFF2-40B4-BE49-F238E27FC236}">
                <a16:creationId xmlns:a16="http://schemas.microsoft.com/office/drawing/2014/main" id="{967766A8-18D5-4391-8DB7-7BFF6427636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452360" cy="6858000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endParaRPr lang="en-US"/>
          </a:p>
        </p:txBody>
      </p:sp>
      <p:sp>
        <p:nvSpPr>
          <p:cNvPr id="8" name="Owal 7">
            <a:extLst>
              <a:ext uri="{FF2B5EF4-FFF2-40B4-BE49-F238E27FC236}">
                <a16:creationId xmlns:a16="http://schemas.microsoft.com/office/drawing/2014/main" id="{938AD48E-7D67-4BE9-97B6-DB64DE525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999413" y="445272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/>
          </a:p>
        </p:txBody>
      </p:sp>
      <p:grpSp>
        <p:nvGrpSpPr>
          <p:cNvPr id="9" name="Grupa 8">
            <a:extLst>
              <a:ext uri="{FF2B5EF4-FFF2-40B4-BE49-F238E27FC236}">
                <a16:creationId xmlns:a16="http://schemas.microsoft.com/office/drawing/2014/main" id="{EB6FF8E2-165B-49EB-8120-14190F9491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915300" y="5534727"/>
            <a:ext cx="667802" cy="631474"/>
            <a:chOff x="10478914" y="1506691"/>
            <a:chExt cx="667802" cy="631474"/>
          </a:xfrm>
        </p:grpSpPr>
        <p:sp>
          <p:nvSpPr>
            <p:cNvPr id="10" name="Dowolny kształt: Kształt 9">
              <a:extLst>
                <a:ext uri="{FF2B5EF4-FFF2-40B4-BE49-F238E27FC236}">
                  <a16:creationId xmlns:a16="http://schemas.microsoft.com/office/drawing/2014/main" id="{79B763A7-EE7D-4306-8306-01E8C86E6350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11" name="Owal 10">
              <a:extLst>
                <a:ext uri="{FF2B5EF4-FFF2-40B4-BE49-F238E27FC236}">
                  <a16:creationId xmlns:a16="http://schemas.microsoft.com/office/drawing/2014/main" id="{4B3A935F-6844-4FCE-B0AE-5492715A58F1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US"/>
            </a:p>
          </p:txBody>
        </p:sp>
      </p:grp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5B16EB97-6E8A-4B50-8701-7CB158044D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99413" y="3568700"/>
            <a:ext cx="3565524" cy="1731963"/>
          </a:xfrm>
        </p:spPr>
        <p:txBody>
          <a:bodyPr rtlCol="0">
            <a:noAutofit/>
          </a:bodyPr>
          <a:lstStyle>
            <a:lvl1pPr>
              <a:buNone/>
              <a:defRPr sz="2000"/>
            </a:lvl1pPr>
            <a:lvl2pPr>
              <a:buNone/>
              <a:defRPr sz="2000"/>
            </a:lvl2pPr>
            <a:lvl3pPr>
              <a:buNone/>
              <a:defRPr sz="2000"/>
            </a:lvl3pPr>
            <a:lvl4pPr>
              <a:buNone/>
              <a:defRPr sz="2000"/>
            </a:lvl4pPr>
            <a:lvl5pPr>
              <a:buNone/>
              <a:defRPr sz="2000"/>
            </a:lvl5pPr>
          </a:lstStyle>
          <a:p>
            <a:pPr lvl="0" rtl="0"/>
            <a:r>
              <a:rPr lang="pl"/>
              <a:t>Kliknij, aby edytować style wzorców tekstu</a:t>
            </a:r>
          </a:p>
        </p:txBody>
      </p:sp>
    </p:spTree>
    <p:extLst>
      <p:ext uri="{BB962C8B-B14F-4D97-AF65-F5344CB8AC3E}">
        <p14:creationId xmlns:p14="http://schemas.microsoft.com/office/powerpoint/2010/main" val="600948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1">
            <a:extLst>
              <a:ext uri="{FF2B5EF4-FFF2-40B4-BE49-F238E27FC236}">
                <a16:creationId xmlns:a16="http://schemas.microsoft.com/office/drawing/2014/main" id="{C0923D16-1EC5-4C17-ABA8-B13A1256B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4" y="549275"/>
            <a:ext cx="3565524" cy="1997855"/>
          </a:xfrm>
        </p:spPr>
        <p:txBody>
          <a:bodyPr wrap="square" rtlCol="0" anchor="b" anchorCtr="0">
            <a:noAutofit/>
          </a:bodyPr>
          <a:lstStyle>
            <a:lvl1pPr>
              <a:defRPr/>
            </a:lvl1pPr>
          </a:lstStyle>
          <a:p>
            <a:pPr rtl="0"/>
            <a:r>
              <a:rPr lang="pl"/>
              <a:t>Kliknij, aby dodać tytuł</a:t>
            </a:r>
          </a:p>
        </p:txBody>
      </p:sp>
      <p:sp>
        <p:nvSpPr>
          <p:cNvPr id="7" name="Zawartość — symbol zastępczy 2">
            <a:extLst>
              <a:ext uri="{FF2B5EF4-FFF2-40B4-BE49-F238E27FC236}">
                <a16:creationId xmlns:a16="http://schemas.microsoft.com/office/drawing/2014/main" id="{50294D8B-CF64-4C26-8C78-57A375E7D33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0863" y="2677306"/>
            <a:ext cx="3565525" cy="3415519"/>
          </a:xfrm>
        </p:spPr>
        <p:txBody>
          <a:bodyPr rtlCol="0" anchor="t" anchorCtr="0">
            <a:noAutofit/>
          </a:bodyPr>
          <a:lstStyle>
            <a:lvl1pPr>
              <a:buNone/>
              <a:defRPr/>
            </a:lvl1pPr>
          </a:lstStyle>
          <a:p>
            <a:pPr rtl="0">
              <a:lnSpc>
                <a:spcPct val="120000"/>
              </a:lnSpc>
            </a:pPr>
            <a:r>
              <a:rPr lang="pl" sz="1600"/>
              <a:t>Kliknij, aby dodać tekst</a:t>
            </a:r>
          </a:p>
        </p:txBody>
      </p:sp>
      <p:sp>
        <p:nvSpPr>
          <p:cNvPr id="17" name="Obraz — symbol zastępczy 16">
            <a:extLst>
              <a:ext uri="{FF2B5EF4-FFF2-40B4-BE49-F238E27FC236}">
                <a16:creationId xmlns:a16="http://schemas.microsoft.com/office/drawing/2014/main" id="{67BCF456-426F-435B-8DF0-A32A44F5A8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08928" y="1596771"/>
            <a:ext cx="3448558" cy="3448558"/>
          </a:xfrm>
          <a:custGeom>
            <a:avLst/>
            <a:gdLst>
              <a:gd name="connsiteX0" fmla="*/ 1724279 w 3448558"/>
              <a:gd name="connsiteY0" fmla="*/ 0 h 3448558"/>
              <a:gd name="connsiteX1" fmla="*/ 3448558 w 3448558"/>
              <a:gd name="connsiteY1" fmla="*/ 1724279 h 3448558"/>
              <a:gd name="connsiteX2" fmla="*/ 1724279 w 3448558"/>
              <a:gd name="connsiteY2" fmla="*/ 3448558 h 3448558"/>
              <a:gd name="connsiteX3" fmla="*/ 0 w 3448558"/>
              <a:gd name="connsiteY3" fmla="*/ 1724279 h 3448558"/>
              <a:gd name="connsiteX4" fmla="*/ 1724279 w 3448558"/>
              <a:gd name="connsiteY4" fmla="*/ 0 h 3448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8558" h="3448558">
                <a:moveTo>
                  <a:pt x="1724279" y="0"/>
                </a:moveTo>
                <a:cubicBezTo>
                  <a:pt x="2676572" y="0"/>
                  <a:pt x="3448558" y="771986"/>
                  <a:pt x="3448558" y="1724279"/>
                </a:cubicBezTo>
                <a:cubicBezTo>
                  <a:pt x="3448558" y="2676572"/>
                  <a:pt x="2676572" y="3448558"/>
                  <a:pt x="1724279" y="3448558"/>
                </a:cubicBezTo>
                <a:cubicBezTo>
                  <a:pt x="771986" y="3448558"/>
                  <a:pt x="0" y="2676572"/>
                  <a:pt x="0" y="1724279"/>
                </a:cubicBezTo>
                <a:cubicBezTo>
                  <a:pt x="0" y="771986"/>
                  <a:pt x="771986" y="0"/>
                  <a:pt x="1724279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tlCol="0">
            <a:noAutofit/>
          </a:bodyPr>
          <a:lstStyle/>
          <a:p>
            <a:pPr rtl="0"/>
            <a:endParaRPr lang="en-US"/>
          </a:p>
        </p:txBody>
      </p:sp>
      <p:sp>
        <p:nvSpPr>
          <p:cNvPr id="22" name="Obraz — symbol zastępczy 21">
            <a:extLst>
              <a:ext uri="{FF2B5EF4-FFF2-40B4-BE49-F238E27FC236}">
                <a16:creationId xmlns:a16="http://schemas.microsoft.com/office/drawing/2014/main" id="{4813A609-7079-46D5-9C1D-52004ABDAC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18575" y="596392"/>
            <a:ext cx="2263776" cy="2263776"/>
          </a:xfrm>
          <a:custGeom>
            <a:avLst/>
            <a:gdLst>
              <a:gd name="connsiteX0" fmla="*/ 1131888 w 2263776"/>
              <a:gd name="connsiteY0" fmla="*/ 0 h 2263776"/>
              <a:gd name="connsiteX1" fmla="*/ 2263776 w 2263776"/>
              <a:gd name="connsiteY1" fmla="*/ 1131888 h 2263776"/>
              <a:gd name="connsiteX2" fmla="*/ 1131888 w 2263776"/>
              <a:gd name="connsiteY2" fmla="*/ 2263776 h 2263776"/>
              <a:gd name="connsiteX3" fmla="*/ 0 w 2263776"/>
              <a:gd name="connsiteY3" fmla="*/ 1131888 h 2263776"/>
              <a:gd name="connsiteX4" fmla="*/ 1131888 w 2263776"/>
              <a:gd name="connsiteY4" fmla="*/ 0 h 2263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3776" h="2263776">
                <a:moveTo>
                  <a:pt x="1131888" y="0"/>
                </a:moveTo>
                <a:cubicBezTo>
                  <a:pt x="1757012" y="0"/>
                  <a:pt x="2263776" y="506764"/>
                  <a:pt x="2263776" y="1131888"/>
                </a:cubicBezTo>
                <a:cubicBezTo>
                  <a:pt x="2263776" y="1757012"/>
                  <a:pt x="1757012" y="2263776"/>
                  <a:pt x="1131888" y="2263776"/>
                </a:cubicBezTo>
                <a:cubicBezTo>
                  <a:pt x="506764" y="2263776"/>
                  <a:pt x="0" y="1757012"/>
                  <a:pt x="0" y="1131888"/>
                </a:cubicBezTo>
                <a:cubicBezTo>
                  <a:pt x="0" y="506764"/>
                  <a:pt x="506764" y="0"/>
                  <a:pt x="1131888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tlCol="0">
            <a:noAutofit/>
          </a:bodyPr>
          <a:lstStyle/>
          <a:p>
            <a:pPr rtl="0"/>
            <a:endParaRPr lang="en-US"/>
          </a:p>
        </p:txBody>
      </p:sp>
      <p:sp>
        <p:nvSpPr>
          <p:cNvPr id="25" name="Obraz — symbol zastępczy 24">
            <a:extLst>
              <a:ext uri="{FF2B5EF4-FFF2-40B4-BE49-F238E27FC236}">
                <a16:creationId xmlns:a16="http://schemas.microsoft.com/office/drawing/2014/main" id="{A14F21DF-D5E0-4C6C-BA2C-D69D65DBB18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91612" y="3324733"/>
            <a:ext cx="2936876" cy="2936876"/>
          </a:xfrm>
          <a:custGeom>
            <a:avLst/>
            <a:gdLst>
              <a:gd name="connsiteX0" fmla="*/ 1468438 w 2936876"/>
              <a:gd name="connsiteY0" fmla="*/ 0 h 2936876"/>
              <a:gd name="connsiteX1" fmla="*/ 2936876 w 2936876"/>
              <a:gd name="connsiteY1" fmla="*/ 1468438 h 2936876"/>
              <a:gd name="connsiteX2" fmla="*/ 1468438 w 2936876"/>
              <a:gd name="connsiteY2" fmla="*/ 2936876 h 2936876"/>
              <a:gd name="connsiteX3" fmla="*/ 0 w 2936876"/>
              <a:gd name="connsiteY3" fmla="*/ 1468438 h 2936876"/>
              <a:gd name="connsiteX4" fmla="*/ 1468438 w 2936876"/>
              <a:gd name="connsiteY4" fmla="*/ 0 h 2936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36876" h="2936876">
                <a:moveTo>
                  <a:pt x="1468438" y="0"/>
                </a:moveTo>
                <a:cubicBezTo>
                  <a:pt x="2279434" y="0"/>
                  <a:pt x="2936876" y="657442"/>
                  <a:pt x="2936876" y="1468438"/>
                </a:cubicBezTo>
                <a:cubicBezTo>
                  <a:pt x="2936876" y="2279434"/>
                  <a:pt x="2279434" y="2936876"/>
                  <a:pt x="1468438" y="2936876"/>
                </a:cubicBezTo>
                <a:cubicBezTo>
                  <a:pt x="657442" y="2936876"/>
                  <a:pt x="0" y="2279434"/>
                  <a:pt x="0" y="1468438"/>
                </a:cubicBezTo>
                <a:cubicBezTo>
                  <a:pt x="0" y="657442"/>
                  <a:pt x="657442" y="0"/>
                  <a:pt x="1468438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tlCol="0">
            <a:noAutofit/>
          </a:bodyPr>
          <a:lstStyle/>
          <a:p>
            <a:pPr rtl="0"/>
            <a:endParaRPr lang="en-US"/>
          </a:p>
        </p:txBody>
      </p:sp>
      <p:sp>
        <p:nvSpPr>
          <p:cNvPr id="2" name="Data — symbol zastępczy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l"/>
              <a:t>Wtorek, 2 lutego 20XX r.</a:t>
            </a:r>
          </a:p>
        </p:txBody>
      </p:sp>
      <p:sp>
        <p:nvSpPr>
          <p:cNvPr id="3" name="Stopka — symbol zastępczy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l"/>
              <a:t>Przykładowy tekst stopki</a:t>
            </a:r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6" name="Owal 5">
            <a:extLst>
              <a:ext uri="{FF2B5EF4-FFF2-40B4-BE49-F238E27FC236}">
                <a16:creationId xmlns:a16="http://schemas.microsoft.com/office/drawing/2014/main" id="{92FF63B4-C261-4597-9EE0-811D250B9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6548755" y="850167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/>
          </a:p>
        </p:txBody>
      </p:sp>
      <p:grpSp>
        <p:nvGrpSpPr>
          <p:cNvPr id="10" name="Grupa 9">
            <a:extLst>
              <a:ext uri="{FF2B5EF4-FFF2-40B4-BE49-F238E27FC236}">
                <a16:creationId xmlns:a16="http://schemas.microsoft.com/office/drawing/2014/main" id="{F92CF088-7F97-4A11-8A81-0EF641F69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02297" y="5691007"/>
            <a:ext cx="667802" cy="631474"/>
            <a:chOff x="3409557" y="4940429"/>
            <a:chExt cx="667802" cy="631474"/>
          </a:xfrm>
        </p:grpSpPr>
        <p:sp>
          <p:nvSpPr>
            <p:cNvPr id="11" name="Dowolny kształt: Kształt 10">
              <a:extLst>
                <a:ext uri="{FF2B5EF4-FFF2-40B4-BE49-F238E27FC236}">
                  <a16:creationId xmlns:a16="http://schemas.microsoft.com/office/drawing/2014/main" id="{165B23B7-CE74-4974-ABD8-BFA31D583416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3537358" y="4940429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12" name="Owal 11">
              <a:extLst>
                <a:ext uri="{FF2B5EF4-FFF2-40B4-BE49-F238E27FC236}">
                  <a16:creationId xmlns:a16="http://schemas.microsoft.com/office/drawing/2014/main" id="{FF99BB1F-6C9D-4972-9EF4-98ACD7BE71E5}"/>
                </a:ext>
              </a:extLst>
            </p:cNvPr>
            <p:cNvSpPr/>
            <p:nvPr/>
          </p:nvSpPr>
          <p:spPr>
            <a:xfrm rot="13500000">
              <a:off x="3544558" y="4858365"/>
              <a:ext cx="270000" cy="540001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284120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Wstę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ytuł 1">
            <a:extLst>
              <a:ext uri="{FF2B5EF4-FFF2-40B4-BE49-F238E27FC236}">
                <a16:creationId xmlns:a16="http://schemas.microsoft.com/office/drawing/2014/main" id="{A458B3A1-C77D-4AFC-B2C8-79520B53C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507200"/>
            <a:ext cx="4500562" cy="1562959"/>
          </a:xfrm>
        </p:spPr>
        <p:txBody>
          <a:bodyPr wrap="square" rtlCol="0" anchor="t" anchorCtr="0">
            <a:noAutofit/>
          </a:bodyPr>
          <a:lstStyle/>
          <a:p>
            <a:pPr rtl="0"/>
            <a:endParaRPr lang="en-US" dirty="0"/>
          </a:p>
        </p:txBody>
      </p:sp>
      <p:sp>
        <p:nvSpPr>
          <p:cNvPr id="12" name="Obraz — symbol zastępczy 11">
            <a:extLst>
              <a:ext uri="{FF2B5EF4-FFF2-40B4-BE49-F238E27FC236}">
                <a16:creationId xmlns:a16="http://schemas.microsoft.com/office/drawing/2014/main" id="{F551DA26-B267-4F28-B4D0-65B3EF6E111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3054096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endParaRPr lang="en-US"/>
          </a:p>
        </p:txBody>
      </p:sp>
      <p:sp>
        <p:nvSpPr>
          <p:cNvPr id="18" name="Obraz — symbol zastępczy 11">
            <a:extLst>
              <a:ext uri="{FF2B5EF4-FFF2-40B4-BE49-F238E27FC236}">
                <a16:creationId xmlns:a16="http://schemas.microsoft.com/office/drawing/2014/main" id="{95544A62-DA23-4840-99DE-09AFC8F4DC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54096" y="0"/>
            <a:ext cx="3054096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endParaRPr lang="en-US"/>
          </a:p>
        </p:txBody>
      </p:sp>
      <p:sp>
        <p:nvSpPr>
          <p:cNvPr id="19" name="Obraz — symbol zastępczy 11">
            <a:extLst>
              <a:ext uri="{FF2B5EF4-FFF2-40B4-BE49-F238E27FC236}">
                <a16:creationId xmlns:a16="http://schemas.microsoft.com/office/drawing/2014/main" id="{0C91AF30-C5BB-4601-BDEB-E60C93A1693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83808" y="0"/>
            <a:ext cx="3054096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endParaRPr lang="en-US"/>
          </a:p>
        </p:txBody>
      </p:sp>
      <p:sp>
        <p:nvSpPr>
          <p:cNvPr id="20" name="Obraz — symbol zastępczy 11">
            <a:extLst>
              <a:ext uri="{FF2B5EF4-FFF2-40B4-BE49-F238E27FC236}">
                <a16:creationId xmlns:a16="http://schemas.microsoft.com/office/drawing/2014/main" id="{5B625AA5-EA5B-4115-A461-DA2C7087D83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37904" y="0"/>
            <a:ext cx="3054096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endParaRPr lang="en-US"/>
          </a:p>
        </p:txBody>
      </p:sp>
      <p:sp>
        <p:nvSpPr>
          <p:cNvPr id="2" name="Data — symbol zastępczy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l"/>
              <a:t>Wtorek, 2 lutego 20XX r.</a:t>
            </a:r>
          </a:p>
        </p:txBody>
      </p:sp>
      <p:sp>
        <p:nvSpPr>
          <p:cNvPr id="3" name="Stopka — symbol zastępczy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l"/>
              <a:t>Przykładowy tekst stopki</a:t>
            </a:r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Zawartość — symbol zastępczy 6">
            <a:extLst>
              <a:ext uri="{FF2B5EF4-FFF2-40B4-BE49-F238E27FC236}">
                <a16:creationId xmlns:a16="http://schemas.microsoft.com/office/drawing/2014/main" id="{1B1AE41C-3196-4E6F-A3A8-313A92677FF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62411" y="4508500"/>
            <a:ext cx="6221412" cy="1563688"/>
          </a:xfrm>
        </p:spPr>
        <p:txBody>
          <a:bodyPr rtlCol="0">
            <a:noAutofit/>
          </a:bodyPr>
          <a:lstStyle>
            <a:lvl1pPr marL="228600" indent="-22860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1pPr>
            <a:lvl2pPr>
              <a:buNone/>
              <a:defRPr sz="1900"/>
            </a:lvl2pPr>
            <a:lvl3pPr>
              <a:buNone/>
              <a:defRPr sz="1900"/>
            </a:lvl3pPr>
            <a:lvl4pPr>
              <a:buNone/>
              <a:defRPr sz="1900"/>
            </a:lvl4pPr>
            <a:lvl5pPr>
              <a:buNone/>
              <a:defRPr sz="1900"/>
            </a:lvl5pPr>
          </a:lstStyle>
          <a:p>
            <a:pPr lvl="0" rtl="0"/>
            <a:r>
              <a:rPr lang="pl"/>
              <a:t>Kliknij, aby edytować style wzorców tekstu</a:t>
            </a:r>
          </a:p>
        </p:txBody>
      </p:sp>
    </p:spTree>
    <p:extLst>
      <p:ext uri="{BB962C8B-B14F-4D97-AF65-F5344CB8AC3E}">
        <p14:creationId xmlns:p14="http://schemas.microsoft.com/office/powerpoint/2010/main" val="2570260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odział sekcji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raz — symbol zastępczy 7">
            <a:extLst>
              <a:ext uri="{FF2B5EF4-FFF2-40B4-BE49-F238E27FC236}">
                <a16:creationId xmlns:a16="http://schemas.microsoft.com/office/drawing/2014/main" id="{F75B2FBE-0C5C-48AA-8D7F-9D5B7373CC9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accent5"/>
          </a:solidFill>
        </p:spPr>
        <p:txBody>
          <a:bodyPr rtlCol="0"/>
          <a:lstStyle/>
          <a:p>
            <a:pPr rtl="0"/>
            <a:endParaRPr lang="en-US"/>
          </a:p>
        </p:txBody>
      </p:sp>
      <p:sp>
        <p:nvSpPr>
          <p:cNvPr id="13" name="Prostokąt 12">
            <a:extLst>
              <a:ext uri="{FF2B5EF4-FFF2-40B4-BE49-F238E27FC236}">
                <a16:creationId xmlns:a16="http://schemas.microsoft.com/office/drawing/2014/main" id="{80517979-166D-4AAA-ABBC-0C3E5C2EC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4" name="Prostokąt 13">
            <a:extLst>
              <a:ext uri="{FF2B5EF4-FFF2-40B4-BE49-F238E27FC236}">
                <a16:creationId xmlns:a16="http://schemas.microsoft.com/office/drawing/2014/main" id="{4E111559-B769-4E2A-A891-97B3C4AA6BAC}"/>
              </a:ext>
            </a:extLst>
          </p:cNvPr>
          <p:cNvSpPr/>
          <p:nvPr userDrawn="1"/>
        </p:nvSpPr>
        <p:spPr>
          <a:xfrm rot="10800000">
            <a:off x="0" y="-3"/>
            <a:ext cx="9000000" cy="6857998"/>
          </a:xfrm>
          <a:prstGeom prst="rect">
            <a:avLst/>
          </a:prstGeom>
          <a:gradFill flip="none" rotWithShape="1">
            <a:gsLst>
              <a:gs pos="50000">
                <a:schemeClr val="bg2">
                  <a:alpha val="60000"/>
                </a:schemeClr>
              </a:gs>
              <a:gs pos="0">
                <a:schemeClr val="bg2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5" name="Tytuł 1">
            <a:extLst>
              <a:ext uri="{FF2B5EF4-FFF2-40B4-BE49-F238E27FC236}">
                <a16:creationId xmlns:a16="http://schemas.microsoft.com/office/drawing/2014/main" id="{754E1219-253E-4FEF-A576-83857F44B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5437187" cy="2986234"/>
          </a:xfrm>
        </p:spPr>
        <p:txBody>
          <a:bodyPr rtlCol="0" anchor="b" anchorCtr="0">
            <a:noAutofit/>
          </a:bodyPr>
          <a:lstStyle>
            <a:lvl1pPr>
              <a:defRPr sz="6400"/>
            </a:lvl1pPr>
          </a:lstStyle>
          <a:p>
            <a:pPr rtl="0"/>
            <a:endParaRPr lang="en-US" dirty="0"/>
          </a:p>
        </p:txBody>
      </p:sp>
      <p:sp>
        <p:nvSpPr>
          <p:cNvPr id="16" name="Podtytuł 2">
            <a:extLst>
              <a:ext uri="{FF2B5EF4-FFF2-40B4-BE49-F238E27FC236}">
                <a16:creationId xmlns:a16="http://schemas.microsoft.com/office/drawing/2014/main" id="{93411FC5-0B5A-4566-9984-827485AF9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3816724"/>
            <a:ext cx="5437187" cy="2265216"/>
          </a:xfrm>
        </p:spPr>
        <p:txBody>
          <a:bodyPr rtlCol="0">
            <a:noAutofit/>
          </a:bodyPr>
          <a:lstStyle>
            <a:lvl1pPr>
              <a:buNone/>
              <a:defRPr sz="2400"/>
            </a:lvl1pPr>
          </a:lstStyle>
          <a:p>
            <a:pPr rtl="0"/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34295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odział sekcji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raz — symbol zastępczy 7">
            <a:extLst>
              <a:ext uri="{FF2B5EF4-FFF2-40B4-BE49-F238E27FC236}">
                <a16:creationId xmlns:a16="http://schemas.microsoft.com/office/drawing/2014/main" id="{F75B2FBE-0C5C-48AA-8D7F-9D5B7373CC9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rtlCol="0"/>
          <a:lstStyle/>
          <a:p>
            <a:pPr rtl="0"/>
            <a:endParaRPr lang="en-US"/>
          </a:p>
        </p:txBody>
      </p:sp>
      <p:sp>
        <p:nvSpPr>
          <p:cNvPr id="16" name="Podtytuł 2">
            <a:extLst>
              <a:ext uri="{FF2B5EF4-FFF2-40B4-BE49-F238E27FC236}">
                <a16:creationId xmlns:a16="http://schemas.microsoft.com/office/drawing/2014/main" id="{93411FC5-0B5A-4566-9984-827485AF9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557281"/>
            <a:ext cx="6640285" cy="3300719"/>
          </a:xfrm>
          <a:gradFill>
            <a:gsLst>
              <a:gs pos="0">
                <a:schemeClr val="bg2">
                  <a:alpha val="0"/>
                </a:schemeClr>
              </a:gs>
              <a:gs pos="50000">
                <a:schemeClr val="bg2">
                  <a:alpha val="60000"/>
                </a:schemeClr>
              </a:gs>
            </a:gsLst>
            <a:lin ang="10800000" scaled="1"/>
          </a:gradFill>
        </p:spPr>
        <p:txBody>
          <a:bodyPr rtlCol="0">
            <a:noAutofit/>
          </a:bodyPr>
          <a:lstStyle>
            <a:lvl1pPr marL="548640" indent="0">
              <a:lnSpc>
                <a:spcPct val="200000"/>
              </a:lnSpc>
              <a:buNone/>
              <a:defRPr/>
            </a:lvl1pPr>
          </a:lstStyle>
          <a:p>
            <a:pPr rtl="0"/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15" name="Tytuł 1">
            <a:extLst>
              <a:ext uri="{FF2B5EF4-FFF2-40B4-BE49-F238E27FC236}">
                <a16:creationId xmlns:a16="http://schemas.microsoft.com/office/drawing/2014/main" id="{754E1219-253E-4FEF-A576-83857F44B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640285" cy="3535509"/>
          </a:xfrm>
          <a:gradFill flip="none" rotWithShape="1">
            <a:gsLst>
              <a:gs pos="0">
                <a:schemeClr val="bg2">
                  <a:alpha val="0"/>
                </a:schemeClr>
              </a:gs>
              <a:gs pos="50000">
                <a:schemeClr val="bg2">
                  <a:alpha val="70000"/>
                </a:schemeClr>
              </a:gs>
            </a:gsLst>
            <a:lin ang="10800000" scaled="1"/>
            <a:tileRect/>
          </a:gradFill>
        </p:spPr>
        <p:txBody>
          <a:bodyPr rtlCol="0" anchor="b" anchorCtr="0">
            <a:noAutofit/>
          </a:bodyPr>
          <a:lstStyle>
            <a:lvl1pPr marL="548640">
              <a:spcAft>
                <a:spcPts val="1200"/>
              </a:spcAft>
              <a:defRPr sz="6400"/>
            </a:lvl1pPr>
          </a:lstStyle>
          <a:p>
            <a:pPr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93045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Oś czasu tabeli wykresó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a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Dowolny kształt: Kształt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w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15" name="Ow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16" name="Dowolny kształt: Kształt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ytuł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rtl="0">
              <a:lnSpc>
                <a:spcPct val="100000"/>
              </a:lnSpc>
            </a:pPr>
            <a:r>
              <a:rPr lang="pl"/>
              <a:t>Kliknij, aby edytować styl wzorca tytułu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 rtlCol="0">
            <a:noAutofit/>
          </a:bodyPr>
          <a:lstStyle/>
          <a:p>
            <a:pPr lvl="0" rtl="0"/>
            <a:r>
              <a:rPr lang="pl"/>
              <a:t>Kliknij, aby edytować style wzorców tekstu</a:t>
            </a:r>
          </a:p>
          <a:p>
            <a:pPr lvl="1" rtl="0"/>
            <a:r>
              <a:rPr lang="pl"/>
              <a:t>Drugi poziom</a:t>
            </a:r>
          </a:p>
          <a:p>
            <a:pPr lvl="2" rtl="0"/>
            <a:r>
              <a:rPr lang="pl"/>
              <a:t>Trzeci poziom</a:t>
            </a:r>
          </a:p>
          <a:p>
            <a:pPr lvl="3" rtl="0"/>
            <a:r>
              <a:rPr lang="pl"/>
              <a:t>Czwarty poziom</a:t>
            </a:r>
          </a:p>
          <a:p>
            <a:pPr lvl="4" rtl="0"/>
            <a:r>
              <a:rPr lang="pl"/>
              <a:t>Piąty poziom</a:t>
            </a:r>
            <a:endParaRPr lang="en-US" dirty="0"/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l"/>
              <a:t>Wtorek, 2 lutego 20XX r.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l"/>
              <a:t>Przykładowy tekst stopki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071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y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1">
            <a:extLst>
              <a:ext uri="{FF2B5EF4-FFF2-40B4-BE49-F238E27FC236}">
                <a16:creationId xmlns:a16="http://schemas.microsoft.com/office/drawing/2014/main" id="{7062BF5C-3876-4161-B4FF-14CA94D32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549275"/>
            <a:ext cx="3566160" cy="3384550"/>
          </a:xfrm>
        </p:spPr>
        <p:txBody>
          <a:bodyPr wrap="square" rtlCol="0" anchor="b" anchorCtr="0">
            <a:noAutofit/>
          </a:bodyPr>
          <a:lstStyle>
            <a:lvl1pPr>
              <a:defRPr sz="4000"/>
            </a:lvl1pPr>
          </a:lstStyle>
          <a:p>
            <a:pPr rtl="0"/>
            <a:endParaRPr lang="en-US" dirty="0"/>
          </a:p>
        </p:txBody>
      </p:sp>
      <p:grpSp>
        <p:nvGrpSpPr>
          <p:cNvPr id="8" name="Grupa 7">
            <a:extLst>
              <a:ext uri="{FF2B5EF4-FFF2-40B4-BE49-F238E27FC236}">
                <a16:creationId xmlns:a16="http://schemas.microsoft.com/office/drawing/2014/main" id="{B17C5C60-EC4D-410B-9997-0B7328960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22156" y="4143453"/>
            <a:ext cx="734257" cy="760506"/>
            <a:chOff x="5243759" y="1363788"/>
            <a:chExt cx="734257" cy="760506"/>
          </a:xfrm>
        </p:grpSpPr>
        <p:sp>
          <p:nvSpPr>
            <p:cNvPr id="9" name="Dowolny kształt 5">
              <a:extLst>
                <a:ext uri="{FF2B5EF4-FFF2-40B4-BE49-F238E27FC236}">
                  <a16:creationId xmlns:a16="http://schemas.microsoft.com/office/drawing/2014/main" id="{0573155C-3428-4F4F-AE66-A519D777EAAE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10" name="Dowolny kształt 6">
              <a:extLst>
                <a:ext uri="{FF2B5EF4-FFF2-40B4-BE49-F238E27FC236}">
                  <a16:creationId xmlns:a16="http://schemas.microsoft.com/office/drawing/2014/main" id="{1853496C-159E-4D47-94B5-0835FB6511B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11" name="Dowolny kształt 8">
              <a:extLst>
                <a:ext uri="{FF2B5EF4-FFF2-40B4-BE49-F238E27FC236}">
                  <a16:creationId xmlns:a16="http://schemas.microsoft.com/office/drawing/2014/main" id="{CE93E330-715B-44E8-84D9-CE166D428DA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US"/>
            </a:p>
          </p:txBody>
        </p:sp>
      </p:grpSp>
      <p:sp>
        <p:nvSpPr>
          <p:cNvPr id="12" name="Owal 11">
            <a:extLst>
              <a:ext uri="{FF2B5EF4-FFF2-40B4-BE49-F238E27FC236}">
                <a16:creationId xmlns:a16="http://schemas.microsoft.com/office/drawing/2014/main" id="{80A2FA6F-99B7-4984-A80C-570644889F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668780" y="50590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/>
          </a:p>
        </p:txBody>
      </p:sp>
      <p:sp>
        <p:nvSpPr>
          <p:cNvPr id="17" name="Zawartość — symbol zastępczy 16">
            <a:extLst>
              <a:ext uri="{FF2B5EF4-FFF2-40B4-BE49-F238E27FC236}">
                <a16:creationId xmlns:a16="http://schemas.microsoft.com/office/drawing/2014/main" id="{439C8C03-81B3-4DE8-B96A-78258E4467C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0863" y="4097338"/>
            <a:ext cx="3565524" cy="2351087"/>
          </a:xfrm>
        </p:spPr>
        <p:txBody>
          <a:bodyPr rtlCol="0">
            <a:noAutofit/>
          </a:bodyPr>
          <a:lstStyle>
            <a:lvl1pPr>
              <a:buNone/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 rtl="0"/>
            <a:r>
              <a:rPr lang="pl"/>
              <a:t>Kliknij, aby edytować style wzorców tekstu</a:t>
            </a:r>
          </a:p>
        </p:txBody>
      </p:sp>
      <p:sp>
        <p:nvSpPr>
          <p:cNvPr id="15" name="Obraz — symbol zastępczy 14">
            <a:extLst>
              <a:ext uri="{FF2B5EF4-FFF2-40B4-BE49-F238E27FC236}">
                <a16:creationId xmlns:a16="http://schemas.microsoft.com/office/drawing/2014/main" id="{C1FBB56D-C8B1-4ED9-A5DB-72BA636DAD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35809" y="656633"/>
            <a:ext cx="5132388" cy="5132388"/>
          </a:xfrm>
          <a:custGeom>
            <a:avLst/>
            <a:gdLst>
              <a:gd name="connsiteX0" fmla="*/ 2566194 w 5132388"/>
              <a:gd name="connsiteY0" fmla="*/ 0 h 5132388"/>
              <a:gd name="connsiteX1" fmla="*/ 5132388 w 5132388"/>
              <a:gd name="connsiteY1" fmla="*/ 2566194 h 5132388"/>
              <a:gd name="connsiteX2" fmla="*/ 2566194 w 5132388"/>
              <a:gd name="connsiteY2" fmla="*/ 5132388 h 5132388"/>
              <a:gd name="connsiteX3" fmla="*/ 0 w 5132388"/>
              <a:gd name="connsiteY3" fmla="*/ 2566194 h 5132388"/>
              <a:gd name="connsiteX4" fmla="*/ 2566194 w 5132388"/>
              <a:gd name="connsiteY4" fmla="*/ 0 h 51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tlCol="0">
            <a:noAutofit/>
          </a:bodyPr>
          <a:lstStyle/>
          <a:p>
            <a:pPr rtl="0"/>
            <a:endParaRPr lang="en-US"/>
          </a:p>
        </p:txBody>
      </p:sp>
      <p:sp>
        <p:nvSpPr>
          <p:cNvPr id="2" name="Data — symbol zastępczy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l"/>
              <a:t>Wtorek, 2 lutego 20XX r.</a:t>
            </a:r>
          </a:p>
        </p:txBody>
      </p:sp>
      <p:sp>
        <p:nvSpPr>
          <p:cNvPr id="3" name="Stopka — symbol zastępczy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l"/>
              <a:t>Przykładowy tekst stopki</a:t>
            </a:r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087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Zespó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rostokąt 15">
            <a:extLst>
              <a:ext uri="{FF2B5EF4-FFF2-40B4-BE49-F238E27FC236}">
                <a16:creationId xmlns:a16="http://schemas.microsoft.com/office/drawing/2014/main" id="{E38C6F9E-A74F-4F54-9409-B6B93DF8CE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100000">
                <a:schemeClr val="bg2">
                  <a:alpha val="60000"/>
                </a:schemeClr>
              </a:gs>
              <a:gs pos="40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34" name="Owal 33">
            <a:extLst>
              <a:ext uri="{FF2B5EF4-FFF2-40B4-BE49-F238E27FC236}">
                <a16:creationId xmlns:a16="http://schemas.microsoft.com/office/drawing/2014/main" id="{6F0F71C5-78A4-4793-9BD4-3DF0EE3E3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288775" y="7626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/>
          </a:p>
        </p:txBody>
      </p:sp>
      <p:sp>
        <p:nvSpPr>
          <p:cNvPr id="40" name="Tytuł 5">
            <a:extLst>
              <a:ext uri="{FF2B5EF4-FFF2-40B4-BE49-F238E27FC236}">
                <a16:creationId xmlns:a16="http://schemas.microsoft.com/office/drawing/2014/main" id="{36F60F77-4CC9-4F86-B70A-85012C6588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548640"/>
            <a:ext cx="8281987" cy="1253041"/>
          </a:xfrm>
        </p:spPr>
        <p:txBody>
          <a:bodyPr rtlCol="0">
            <a:noAutofit/>
          </a:bodyPr>
          <a:lstStyle/>
          <a:p>
            <a:pPr rtl="0"/>
            <a:r>
              <a:rPr lang="pl"/>
              <a:t>Zespół</a:t>
            </a:r>
          </a:p>
        </p:txBody>
      </p:sp>
      <p:grpSp>
        <p:nvGrpSpPr>
          <p:cNvPr id="51" name="Grupa 50">
            <a:extLst>
              <a:ext uri="{FF2B5EF4-FFF2-40B4-BE49-F238E27FC236}">
                <a16:creationId xmlns:a16="http://schemas.microsoft.com/office/drawing/2014/main" id="{E6093F87-C1F6-4FAB-B891-6F7D7FC20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800565" y="4518946"/>
            <a:ext cx="1980001" cy="1363916"/>
            <a:chOff x="4879602" y="3781429"/>
            <a:chExt cx="1980001" cy="1363916"/>
          </a:xfrm>
        </p:grpSpPr>
        <p:sp>
          <p:nvSpPr>
            <p:cNvPr id="52" name="Dowolny kształt: Kształt 51">
              <a:extLst>
                <a:ext uri="{FF2B5EF4-FFF2-40B4-BE49-F238E27FC236}">
                  <a16:creationId xmlns:a16="http://schemas.microsoft.com/office/drawing/2014/main" id="{E1A4FD5C-1E5B-46D1-BA9D-99928D19AF04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53" name="Dowolny kształt: Kształt 52">
              <a:extLst>
                <a:ext uri="{FF2B5EF4-FFF2-40B4-BE49-F238E27FC236}">
                  <a16:creationId xmlns:a16="http://schemas.microsoft.com/office/drawing/2014/main" id="{B7DF0ED5-A971-408F-A055-C7E5D7A623C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4" name="Owal 53">
              <a:extLst>
                <a:ext uri="{FF2B5EF4-FFF2-40B4-BE49-F238E27FC236}">
                  <a16:creationId xmlns:a16="http://schemas.microsoft.com/office/drawing/2014/main" id="{AA81F353-4C5B-4A37-9846-2C1E2D0FC25F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55" name="Owal 54">
              <a:extLst>
                <a:ext uri="{FF2B5EF4-FFF2-40B4-BE49-F238E27FC236}">
                  <a16:creationId xmlns:a16="http://schemas.microsoft.com/office/drawing/2014/main" id="{42B74EA3-11CE-4D3F-99AD-162563447653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US"/>
            </a:p>
          </p:txBody>
        </p:sp>
      </p:grpSp>
      <p:sp>
        <p:nvSpPr>
          <p:cNvPr id="56" name="Obraz — symbol zastępczy 55">
            <a:extLst>
              <a:ext uri="{FF2B5EF4-FFF2-40B4-BE49-F238E27FC236}">
                <a16:creationId xmlns:a16="http://schemas.microsoft.com/office/drawing/2014/main" id="{8F41896B-6DDA-4F82-9F74-3EBF93A3CD5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78992" y="1990724"/>
            <a:ext cx="1691640" cy="1435608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endParaRPr lang="en-US"/>
          </a:p>
        </p:txBody>
      </p:sp>
      <p:sp>
        <p:nvSpPr>
          <p:cNvPr id="57" name="Obraz — symbol zastępczy 55">
            <a:extLst>
              <a:ext uri="{FF2B5EF4-FFF2-40B4-BE49-F238E27FC236}">
                <a16:creationId xmlns:a16="http://schemas.microsoft.com/office/drawing/2014/main" id="{EF85499B-C29A-4C8B-922C-7CE4771E352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38384" y="1990724"/>
            <a:ext cx="1691640" cy="1435608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endParaRPr lang="en-US"/>
          </a:p>
        </p:txBody>
      </p:sp>
      <p:sp>
        <p:nvSpPr>
          <p:cNvPr id="58" name="Obraz — symbol zastępczy 55">
            <a:extLst>
              <a:ext uri="{FF2B5EF4-FFF2-40B4-BE49-F238E27FC236}">
                <a16:creationId xmlns:a16="http://schemas.microsoft.com/office/drawing/2014/main" id="{F82A1DB8-0AE7-4E17-B07B-FCF45B85EE1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61976" y="1993392"/>
            <a:ext cx="1691640" cy="1435608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endParaRPr lang="en-US" dirty="0"/>
          </a:p>
        </p:txBody>
      </p:sp>
      <p:sp>
        <p:nvSpPr>
          <p:cNvPr id="59" name="Obraz — symbol zastępczy 55">
            <a:extLst>
              <a:ext uri="{FF2B5EF4-FFF2-40B4-BE49-F238E27FC236}">
                <a16:creationId xmlns:a16="http://schemas.microsoft.com/office/drawing/2014/main" id="{A83EEB6C-83B7-471D-B5A4-4071534048D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485568" y="1990724"/>
            <a:ext cx="1691640" cy="1435608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endParaRPr lang="en-US"/>
          </a:p>
        </p:txBody>
      </p:sp>
      <p:sp>
        <p:nvSpPr>
          <p:cNvPr id="63" name="Tekst — symbol zastępczy 62">
            <a:extLst>
              <a:ext uri="{FF2B5EF4-FFF2-40B4-BE49-F238E27FC236}">
                <a16:creationId xmlns:a16="http://schemas.microsoft.com/office/drawing/2014/main" id="{17A96A8C-F792-485A-9BB9-4DEDCA0CE6B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79500" y="3781425"/>
            <a:ext cx="1711325" cy="365760"/>
          </a:xfrm>
        </p:spPr>
        <p:txBody>
          <a:bodyPr rtlCol="0">
            <a:noAutofit/>
          </a:bodyPr>
          <a:lstStyle>
            <a:lvl1pPr>
              <a:buNone/>
              <a:defRPr sz="2000" b="1"/>
            </a:lvl1pPr>
          </a:lstStyle>
          <a:p>
            <a:pPr lvl="0" rtl="0"/>
            <a:r>
              <a:rPr lang="pl"/>
              <a:t>Imię i nazwisko</a:t>
            </a:r>
          </a:p>
        </p:txBody>
      </p:sp>
      <p:sp>
        <p:nvSpPr>
          <p:cNvPr id="61" name="Tekst — symbol zastępczy 60">
            <a:extLst>
              <a:ext uri="{FF2B5EF4-FFF2-40B4-BE49-F238E27FC236}">
                <a16:creationId xmlns:a16="http://schemas.microsoft.com/office/drawing/2014/main" id="{6C65AE07-519E-4E3B-8521-621C8343914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78733" y="4232949"/>
            <a:ext cx="1711572" cy="638175"/>
          </a:xfrm>
        </p:spPr>
        <p:txBody>
          <a:bodyPr rtlCol="0">
            <a:noAutofit/>
          </a:bodyPr>
          <a:lstStyle>
            <a:lvl1pPr>
              <a:buNone/>
              <a:defRPr sz="1800"/>
            </a:lvl1pPr>
          </a:lstStyle>
          <a:p>
            <a:pPr lvl="0" rtl="0"/>
            <a:r>
              <a:rPr lang="pl"/>
              <a:t>Tytuł</a:t>
            </a:r>
          </a:p>
        </p:txBody>
      </p:sp>
      <p:sp>
        <p:nvSpPr>
          <p:cNvPr id="65" name="Tekst — symbol zastępczy 62">
            <a:extLst>
              <a:ext uri="{FF2B5EF4-FFF2-40B4-BE49-F238E27FC236}">
                <a16:creationId xmlns:a16="http://schemas.microsoft.com/office/drawing/2014/main" id="{FB878318-C287-428B-8105-429BC4B03F5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39151" y="3781425"/>
            <a:ext cx="1711325" cy="365760"/>
          </a:xfrm>
        </p:spPr>
        <p:txBody>
          <a:bodyPr rtlCol="0">
            <a:noAutofit/>
          </a:bodyPr>
          <a:lstStyle>
            <a:lvl1pPr>
              <a:buNone/>
              <a:defRPr sz="2000" b="1"/>
            </a:lvl1pPr>
          </a:lstStyle>
          <a:p>
            <a:pPr lvl="0" rtl="0"/>
            <a:r>
              <a:rPr lang="pl"/>
              <a:t>Imię i nazwisko</a:t>
            </a:r>
          </a:p>
        </p:txBody>
      </p:sp>
      <p:sp>
        <p:nvSpPr>
          <p:cNvPr id="64" name="Tekst — symbol zastępczy 60">
            <a:extLst>
              <a:ext uri="{FF2B5EF4-FFF2-40B4-BE49-F238E27FC236}">
                <a16:creationId xmlns:a16="http://schemas.microsoft.com/office/drawing/2014/main" id="{1465E516-2CEF-4F9E-9375-7D41DCFCBB4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38384" y="4232949"/>
            <a:ext cx="1711572" cy="638175"/>
          </a:xfrm>
        </p:spPr>
        <p:txBody>
          <a:bodyPr rtlCol="0">
            <a:noAutofit/>
          </a:bodyPr>
          <a:lstStyle>
            <a:lvl1pPr>
              <a:buNone/>
              <a:defRPr sz="1800"/>
            </a:lvl1pPr>
          </a:lstStyle>
          <a:p>
            <a:pPr lvl="0" rtl="0"/>
            <a:r>
              <a:rPr lang="pl"/>
              <a:t>Tytuł</a:t>
            </a:r>
          </a:p>
        </p:txBody>
      </p:sp>
      <p:sp>
        <p:nvSpPr>
          <p:cNvPr id="67" name="Tekst — symbol zastępczy 62">
            <a:extLst>
              <a:ext uri="{FF2B5EF4-FFF2-40B4-BE49-F238E27FC236}">
                <a16:creationId xmlns:a16="http://schemas.microsoft.com/office/drawing/2014/main" id="{FE012CE3-36AA-4016-A88E-27BCFFEFD69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62743" y="3781425"/>
            <a:ext cx="1711325" cy="365760"/>
          </a:xfrm>
        </p:spPr>
        <p:txBody>
          <a:bodyPr rtlCol="0">
            <a:noAutofit/>
          </a:bodyPr>
          <a:lstStyle>
            <a:lvl1pPr>
              <a:buNone/>
              <a:defRPr sz="2000" b="1"/>
            </a:lvl1pPr>
          </a:lstStyle>
          <a:p>
            <a:pPr lvl="0" rtl="0"/>
            <a:r>
              <a:rPr lang="pl"/>
              <a:t>Imię i nazwisko</a:t>
            </a:r>
          </a:p>
        </p:txBody>
      </p:sp>
      <p:sp>
        <p:nvSpPr>
          <p:cNvPr id="66" name="Tekst — symbol zastępczy 60">
            <a:extLst>
              <a:ext uri="{FF2B5EF4-FFF2-40B4-BE49-F238E27FC236}">
                <a16:creationId xmlns:a16="http://schemas.microsoft.com/office/drawing/2014/main" id="{8D5671AF-0137-4226-8A84-2784817E519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61976" y="4232949"/>
            <a:ext cx="1711572" cy="638175"/>
          </a:xfrm>
        </p:spPr>
        <p:txBody>
          <a:bodyPr rtlCol="0">
            <a:noAutofit/>
          </a:bodyPr>
          <a:lstStyle>
            <a:lvl1pPr>
              <a:buNone/>
              <a:defRPr sz="1800"/>
            </a:lvl1pPr>
          </a:lstStyle>
          <a:p>
            <a:pPr lvl="0" rtl="0"/>
            <a:r>
              <a:rPr lang="pl"/>
              <a:t>Tytuł</a:t>
            </a:r>
          </a:p>
        </p:txBody>
      </p:sp>
      <p:sp>
        <p:nvSpPr>
          <p:cNvPr id="69" name="Tekst — symbol zastępczy 62">
            <a:extLst>
              <a:ext uri="{FF2B5EF4-FFF2-40B4-BE49-F238E27FC236}">
                <a16:creationId xmlns:a16="http://schemas.microsoft.com/office/drawing/2014/main" id="{DA1587F0-23BF-4FB8-B06C-2B0AA928E93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33112" y="3787288"/>
            <a:ext cx="1711325" cy="365760"/>
          </a:xfrm>
        </p:spPr>
        <p:txBody>
          <a:bodyPr rtlCol="0">
            <a:noAutofit/>
          </a:bodyPr>
          <a:lstStyle>
            <a:lvl1pPr>
              <a:buNone/>
              <a:defRPr sz="2000" b="1"/>
            </a:lvl1pPr>
          </a:lstStyle>
          <a:p>
            <a:pPr lvl="0" rtl="0"/>
            <a:r>
              <a:rPr lang="pl"/>
              <a:t>Imię i nazwisko</a:t>
            </a:r>
          </a:p>
        </p:txBody>
      </p:sp>
      <p:sp>
        <p:nvSpPr>
          <p:cNvPr id="68" name="Tekst — symbol zastępczy 60">
            <a:extLst>
              <a:ext uri="{FF2B5EF4-FFF2-40B4-BE49-F238E27FC236}">
                <a16:creationId xmlns:a16="http://schemas.microsoft.com/office/drawing/2014/main" id="{565C0B22-B5E7-44BB-A17C-7FB5BB5D82B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32345" y="4238812"/>
            <a:ext cx="1711572" cy="638175"/>
          </a:xfrm>
        </p:spPr>
        <p:txBody>
          <a:bodyPr rtlCol="0">
            <a:noAutofit/>
          </a:bodyPr>
          <a:lstStyle>
            <a:lvl1pPr>
              <a:buNone/>
              <a:defRPr sz="1800"/>
            </a:lvl1pPr>
          </a:lstStyle>
          <a:p>
            <a:pPr lvl="0" rtl="0"/>
            <a:r>
              <a:rPr lang="pl"/>
              <a:t>Tytuł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l"/>
              <a:t>Wtorek, 2 lutego 20XX r.</a:t>
            </a:r>
            <a:endParaRPr lang="en-US" dirty="0"/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l"/>
              <a:t>Przykładowy tekst stopki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776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0_Kolumna zawartości 2 (slajd porównani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w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/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sz="4800" dirty="0"/>
            </a:lvl1pPr>
          </a:lstStyle>
          <a:p>
            <a:pPr lvl="0" rtl="0">
              <a:lnSpc>
                <a:spcPct val="100000"/>
              </a:lnSpc>
            </a:pPr>
            <a:r>
              <a:rPr lang="pl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731375"/>
            <a:ext cx="5437186" cy="535354"/>
          </a:xfrm>
        </p:spPr>
        <p:txBody>
          <a:bodyPr rtlCol="0" anchor="b">
            <a:no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"/>
              <a:t>Kliknij, aby edytować style wzorców tekstu</a:t>
            </a:r>
          </a:p>
        </p:txBody>
      </p:sp>
      <p:sp>
        <p:nvSpPr>
          <p:cNvPr id="4" name="Zawartość — symbol zastępczy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427370"/>
            <a:ext cx="5429114" cy="3515555"/>
          </a:xfrm>
        </p:spPr>
        <p:txBody>
          <a:bodyPr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pl"/>
              <a:t>Kliknij, aby edytować style wzorców tekstu</a:t>
            </a:r>
          </a:p>
          <a:p>
            <a:pPr lvl="1" rtl="0"/>
            <a:r>
              <a:rPr lang="pl"/>
              <a:t>Drugi poziom</a:t>
            </a:r>
          </a:p>
          <a:p>
            <a:pPr lvl="2" rtl="0"/>
            <a:r>
              <a:rPr lang="pl"/>
              <a:t>Trzeci poziom</a:t>
            </a:r>
          </a:p>
          <a:p>
            <a:pPr lvl="3" rtl="0"/>
            <a:r>
              <a:rPr lang="pl"/>
              <a:t>Czwarty poziom</a:t>
            </a:r>
          </a:p>
          <a:p>
            <a:pPr lvl="4" rtl="0"/>
            <a:r>
              <a:rPr lang="pl"/>
              <a:t>Piąty poziom</a:t>
            </a:r>
          </a:p>
        </p:txBody>
      </p:sp>
      <p:sp>
        <p:nvSpPr>
          <p:cNvPr id="5" name="Tekst — symbol zastępczy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731375"/>
            <a:ext cx="5436392" cy="5353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buNone/>
              <a:defRPr lang="en-US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228600" lvl="0" indent="-228600" rtl="0"/>
            <a:r>
              <a:rPr lang="pl"/>
              <a:t>Kliknij, aby edytować style wzorców tekstu</a:t>
            </a:r>
          </a:p>
        </p:txBody>
      </p:sp>
      <p:sp>
        <p:nvSpPr>
          <p:cNvPr id="6" name="Zawartość — symbol zastępczy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427370"/>
            <a:ext cx="5436391" cy="3515555"/>
          </a:xfrm>
        </p:spPr>
        <p:txBody>
          <a:bodyPr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pl"/>
              <a:t>Kliknij, aby edytować style wzorców tekstu</a:t>
            </a:r>
          </a:p>
          <a:p>
            <a:pPr lvl="1" rtl="0"/>
            <a:r>
              <a:rPr lang="pl"/>
              <a:t>Drugi poziom</a:t>
            </a:r>
          </a:p>
          <a:p>
            <a:pPr lvl="2" rtl="0"/>
            <a:r>
              <a:rPr lang="pl"/>
              <a:t>Trzeci poziom</a:t>
            </a:r>
          </a:p>
          <a:p>
            <a:pPr lvl="3" rtl="0"/>
            <a:r>
              <a:rPr lang="pl"/>
              <a:t>Czwarty poziom</a:t>
            </a:r>
          </a:p>
          <a:p>
            <a:pPr lvl="4" rtl="0"/>
            <a:r>
              <a:rPr lang="pl"/>
              <a:t>Piąty poziom</a:t>
            </a:r>
          </a:p>
        </p:txBody>
      </p:sp>
      <p:sp>
        <p:nvSpPr>
          <p:cNvPr id="7" name="Data — symbol zastępczy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l"/>
              <a:t>Wtorek, 2 lutego 20XX r.</a:t>
            </a:r>
          </a:p>
        </p:txBody>
      </p:sp>
      <p:sp>
        <p:nvSpPr>
          <p:cNvPr id="8" name="Stopka — symbol zastępczy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l"/>
              <a:t>Przykładowy tekst stopki</a:t>
            </a:r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392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Kolumna zawartości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upa 33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37931" y="5260967"/>
            <a:ext cx="1980001" cy="1363916"/>
            <a:chOff x="4879602" y="3781429"/>
            <a:chExt cx="1980001" cy="1363916"/>
          </a:xfrm>
        </p:grpSpPr>
        <p:sp>
          <p:nvSpPr>
            <p:cNvPr id="35" name="Dowolny kształt: Kształt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en-US" dirty="0"/>
            </a:p>
          </p:txBody>
        </p:sp>
        <p:sp>
          <p:nvSpPr>
            <p:cNvPr id="36" name="Dowolny kształt: Kształt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w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38" name="Ow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US"/>
            </a:p>
          </p:txBody>
        </p:sp>
      </p:grpSp>
      <p:sp>
        <p:nvSpPr>
          <p:cNvPr id="19" name="Dowolny kształt: Kształt 18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 rot="2700000">
            <a:off x="10834944" y="17126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/>
          </a:p>
        </p:txBody>
      </p:sp>
      <p:sp>
        <p:nvSpPr>
          <p:cNvPr id="20" name="Owal 19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8100000">
            <a:off x="10849344" y="51834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/>
          </a:p>
        </p:txBody>
      </p:sp>
      <p:sp>
        <p:nvSpPr>
          <p:cNvPr id="25" name="Owal 24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/>
          </a:p>
        </p:txBody>
      </p:sp>
      <p:sp>
        <p:nvSpPr>
          <p:cNvPr id="15" name="Tytuł 1">
            <a:extLst>
              <a:ext uri="{FF2B5EF4-FFF2-40B4-BE49-F238E27FC236}">
                <a16:creationId xmlns:a16="http://schemas.microsoft.com/office/drawing/2014/main" id="{EBCCE83C-72C8-4181-8D03-7CFB23A6F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sz="4800" dirty="0"/>
            </a:lvl1pPr>
          </a:lstStyle>
          <a:p>
            <a:pPr lvl="0" rtl="0">
              <a:lnSpc>
                <a:spcPct val="100000"/>
              </a:lnSpc>
            </a:pPr>
            <a:r>
              <a:rPr lang="pl"/>
              <a:t>Kliknij, aby edytować styl wzorca tytułu</a:t>
            </a:r>
          </a:p>
        </p:txBody>
      </p:sp>
      <p:sp>
        <p:nvSpPr>
          <p:cNvPr id="16" name="Tekst — symbol zastępczy 2">
            <a:extLst>
              <a:ext uri="{FF2B5EF4-FFF2-40B4-BE49-F238E27FC236}">
                <a16:creationId xmlns:a16="http://schemas.microsoft.com/office/drawing/2014/main" id="{C6FCDFCC-38D1-43A4-918F-491DBA6B2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731375"/>
            <a:ext cx="3563936" cy="535354"/>
          </a:xfrm>
        </p:spPr>
        <p:txBody>
          <a:bodyPr rtlCol="0" anchor="b">
            <a:noAutofit/>
          </a:bodyPr>
          <a:lstStyle>
            <a:lvl1pPr marL="0" indent="0">
              <a:buNone/>
              <a:defRPr sz="20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"/>
              <a:t>Kliknij, aby edytować</a:t>
            </a:r>
          </a:p>
        </p:txBody>
      </p:sp>
      <p:sp>
        <p:nvSpPr>
          <p:cNvPr id="17" name="Zawartość — symbol zastępczy 3">
            <a:extLst>
              <a:ext uri="{FF2B5EF4-FFF2-40B4-BE49-F238E27FC236}">
                <a16:creationId xmlns:a16="http://schemas.microsoft.com/office/drawing/2014/main" id="{8A9CB740-8581-4D62-8481-7ECBBEDA72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9476" y="2432304"/>
            <a:ext cx="3563936" cy="3515555"/>
          </a:xfrm>
        </p:spPr>
        <p:txBody>
          <a:bodyPr rtlCol="0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/>
            <a:r>
              <a:rPr lang="pl"/>
              <a:t>Kliknij, aby edytować style wzorców tekstu</a:t>
            </a:r>
          </a:p>
          <a:p>
            <a:pPr lvl="1" rtl="0"/>
            <a:r>
              <a:rPr lang="pl"/>
              <a:t>Drugi poziom</a:t>
            </a:r>
          </a:p>
          <a:p>
            <a:pPr lvl="2" rtl="0"/>
            <a:r>
              <a:rPr lang="pl"/>
              <a:t>Trzeci poziom</a:t>
            </a:r>
          </a:p>
          <a:p>
            <a:pPr lvl="3" rtl="0"/>
            <a:r>
              <a:rPr lang="pl"/>
              <a:t>Czwarty poziom</a:t>
            </a:r>
          </a:p>
          <a:p>
            <a:pPr lvl="4" rtl="0"/>
            <a:r>
              <a:rPr lang="pl"/>
              <a:t>Piąty poziom</a:t>
            </a:r>
          </a:p>
        </p:txBody>
      </p:sp>
      <p:sp>
        <p:nvSpPr>
          <p:cNvPr id="22" name="Tekst — symbol zastępczy 4">
            <a:extLst>
              <a:ext uri="{FF2B5EF4-FFF2-40B4-BE49-F238E27FC236}">
                <a16:creationId xmlns:a16="http://schemas.microsoft.com/office/drawing/2014/main" id="{AB16E493-D962-46EC-BBB8-D7E68A6404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41573" y="1731375"/>
            <a:ext cx="3566160" cy="5353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buNone/>
              <a:defRPr lang="en-US" sz="2000" b="0" cap="all" spc="200" baseline="0" dirty="0">
                <a:solidFill>
                  <a:schemeClr val="tx1"/>
                </a:solidFill>
              </a:defRPr>
            </a:lvl1pPr>
          </a:lstStyle>
          <a:p>
            <a:pPr marL="228600" lvl="0" indent="-228600" rtl="0"/>
            <a:r>
              <a:rPr lang="pl"/>
              <a:t>Kliknij, aby edytować</a:t>
            </a:r>
          </a:p>
        </p:txBody>
      </p:sp>
      <p:sp>
        <p:nvSpPr>
          <p:cNvPr id="23" name="Zawartość — symbol zastępczy 5">
            <a:extLst>
              <a:ext uri="{FF2B5EF4-FFF2-40B4-BE49-F238E27FC236}">
                <a16:creationId xmlns:a16="http://schemas.microsoft.com/office/drawing/2014/main" id="{88CC7C67-1BA6-42A6-B9D3-8EDF70A3DB3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41573" y="2427370"/>
            <a:ext cx="3508755" cy="3515555"/>
          </a:xfrm>
        </p:spPr>
        <p:txBody>
          <a:bodyPr rtlCol="0">
            <a:noAutofit/>
          </a:bodyPr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 rtl="0"/>
            <a:r>
              <a:rPr lang="pl"/>
              <a:t>Kliknij, aby edytować style wzorców tekstu</a:t>
            </a:r>
          </a:p>
          <a:p>
            <a:pPr lvl="1" rtl="0"/>
            <a:r>
              <a:rPr lang="pl"/>
              <a:t>Drugi poziom</a:t>
            </a:r>
          </a:p>
          <a:p>
            <a:pPr lvl="2" rtl="0"/>
            <a:r>
              <a:rPr lang="pl"/>
              <a:t>Trzeci poziom</a:t>
            </a:r>
          </a:p>
          <a:p>
            <a:pPr lvl="3" rtl="0"/>
            <a:r>
              <a:rPr lang="pl"/>
              <a:t>Czwarty poziom</a:t>
            </a:r>
          </a:p>
          <a:p>
            <a:pPr lvl="4" rtl="0"/>
            <a:r>
              <a:rPr lang="pl"/>
              <a:t>Piąty poziom</a:t>
            </a:r>
          </a:p>
        </p:txBody>
      </p:sp>
      <p:sp>
        <p:nvSpPr>
          <p:cNvPr id="18" name="Tekst — symbol zastępczy 4">
            <a:extLst>
              <a:ext uri="{FF2B5EF4-FFF2-40B4-BE49-F238E27FC236}">
                <a16:creationId xmlns:a16="http://schemas.microsoft.com/office/drawing/2014/main" id="{C17092A6-D0E6-4EF2-B3B8-AE35438D4D77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8139659" y="1731375"/>
            <a:ext cx="3566160" cy="5353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buNone/>
              <a:defRPr lang="en-US" sz="2000" b="0" cap="all" spc="200" baseline="0" dirty="0">
                <a:solidFill>
                  <a:schemeClr val="tx1"/>
                </a:solidFill>
              </a:defRPr>
            </a:lvl1pPr>
          </a:lstStyle>
          <a:p>
            <a:pPr marL="228600" lvl="0" indent="-228600" rtl="0"/>
            <a:r>
              <a:rPr lang="pl"/>
              <a:t>Kliknij, aby EDYTOWAĆ</a:t>
            </a:r>
          </a:p>
        </p:txBody>
      </p:sp>
      <p:sp>
        <p:nvSpPr>
          <p:cNvPr id="21" name="Zawartość — symbol zastępczy 5">
            <a:extLst>
              <a:ext uri="{FF2B5EF4-FFF2-40B4-BE49-F238E27FC236}">
                <a16:creationId xmlns:a16="http://schemas.microsoft.com/office/drawing/2014/main" id="{4534254A-2561-400F-87CB-18A8D35381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139659" y="2427370"/>
            <a:ext cx="3508755" cy="3515555"/>
          </a:xfrm>
        </p:spPr>
        <p:txBody>
          <a:bodyPr rtlCol="0">
            <a:noAutofit/>
          </a:bodyPr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 rtl="0"/>
            <a:r>
              <a:rPr lang="pl"/>
              <a:t>Kliknij, aby edytować style wzorców tekstu</a:t>
            </a:r>
          </a:p>
          <a:p>
            <a:pPr lvl="1" rtl="0"/>
            <a:r>
              <a:rPr lang="pl"/>
              <a:t>Drugi poziom</a:t>
            </a:r>
          </a:p>
          <a:p>
            <a:pPr lvl="2" rtl="0"/>
            <a:r>
              <a:rPr lang="pl"/>
              <a:t>Trzeci poziom</a:t>
            </a:r>
          </a:p>
          <a:p>
            <a:pPr lvl="3" rtl="0"/>
            <a:r>
              <a:rPr lang="pl"/>
              <a:t>Czwarty poziom</a:t>
            </a:r>
          </a:p>
          <a:p>
            <a:pPr lvl="4" rtl="0"/>
            <a:r>
              <a:rPr lang="pl"/>
              <a:t>Piąty poziom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l"/>
              <a:t>Wtorek, 2 lutego 20XX r.</a:t>
            </a:r>
            <a:endParaRPr lang="en-US" dirty="0"/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l"/>
              <a:t>Przykładowy tekst stopki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2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Podsumow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1">
            <a:extLst>
              <a:ext uri="{FF2B5EF4-FFF2-40B4-BE49-F238E27FC236}">
                <a16:creationId xmlns:a16="http://schemas.microsoft.com/office/drawing/2014/main" id="{E949202B-67AE-417A-A336-DF5257FFD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508500"/>
            <a:ext cx="4500562" cy="1562959"/>
          </a:xfrm>
        </p:spPr>
        <p:txBody>
          <a:bodyPr wrap="square" rtlCol="0" anchor="t" anchorCtr="0">
            <a:noAutofit/>
          </a:bodyPr>
          <a:lstStyle/>
          <a:p>
            <a:pPr rtl="0"/>
            <a:endParaRPr lang="en-US"/>
          </a:p>
        </p:txBody>
      </p:sp>
      <p:sp>
        <p:nvSpPr>
          <p:cNvPr id="10" name="Obraz — symbol zastępczy 9">
            <a:extLst>
              <a:ext uri="{FF2B5EF4-FFF2-40B4-BE49-F238E27FC236}">
                <a16:creationId xmlns:a16="http://schemas.microsoft.com/office/drawing/2014/main" id="{1786D546-2834-435F-950F-DCEFE654B3B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endParaRPr lang="en-US"/>
          </a:p>
        </p:txBody>
      </p:sp>
      <p:sp>
        <p:nvSpPr>
          <p:cNvPr id="7" name="Zawartość — symbol zastępczy 6">
            <a:extLst>
              <a:ext uri="{FF2B5EF4-FFF2-40B4-BE49-F238E27FC236}">
                <a16:creationId xmlns:a16="http://schemas.microsoft.com/office/drawing/2014/main" id="{3BD763BD-EAC5-4DB8-81AF-9743BB6A957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62411" y="4508500"/>
            <a:ext cx="6221412" cy="1563688"/>
          </a:xfrm>
        </p:spPr>
        <p:txBody>
          <a:bodyPr rtlCol="0">
            <a:noAutofit/>
          </a:bodyPr>
          <a:lstStyle>
            <a:lvl1pPr marL="0" indent="0">
              <a:buNone/>
              <a:defRPr sz="2000"/>
            </a:lvl1pPr>
            <a:lvl2pPr>
              <a:buNone/>
              <a:defRPr sz="1900"/>
            </a:lvl2pPr>
            <a:lvl3pPr>
              <a:buNone/>
              <a:defRPr sz="1900"/>
            </a:lvl3pPr>
            <a:lvl4pPr>
              <a:buNone/>
              <a:defRPr sz="1900"/>
            </a:lvl4pPr>
            <a:lvl5pPr>
              <a:buNone/>
              <a:defRPr sz="1900"/>
            </a:lvl5pPr>
          </a:lstStyle>
          <a:p>
            <a:pPr lvl="0" rtl="0"/>
            <a:r>
              <a:rPr lang="pl"/>
              <a:t>Kliknij, aby edytować style wzorców tekstu</a:t>
            </a:r>
          </a:p>
        </p:txBody>
      </p:sp>
      <p:sp>
        <p:nvSpPr>
          <p:cNvPr id="2" name="Data — symbol zastępczy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l"/>
              <a:t>Wtorek, 2 lutego 20XX r.</a:t>
            </a:r>
          </a:p>
        </p:txBody>
      </p:sp>
      <p:sp>
        <p:nvSpPr>
          <p:cNvPr id="3" name="Stopka — symbol zastępczy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l"/>
              <a:t>Przykładowy tekst stopki</a:t>
            </a:r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wal 7">
            <a:extLst>
              <a:ext uri="{FF2B5EF4-FFF2-40B4-BE49-F238E27FC236}">
                <a16:creationId xmlns:a16="http://schemas.microsoft.com/office/drawing/2014/main" id="{446AF837-10C6-44A5-B8D6-960A57487B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225773" y="385222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477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Zamknię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ytuł 1">
            <a:extLst>
              <a:ext uri="{FF2B5EF4-FFF2-40B4-BE49-F238E27FC236}">
                <a16:creationId xmlns:a16="http://schemas.microsoft.com/office/drawing/2014/main" id="{97246E34-E6EE-4BF3-A0D3-A20868B5A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5437187" cy="2986234"/>
          </a:xfrm>
        </p:spPr>
        <p:txBody>
          <a:bodyPr rtlCol="0" anchor="b" anchorCtr="0">
            <a:noAutofit/>
          </a:bodyPr>
          <a:lstStyle/>
          <a:p>
            <a:pPr rtl="0"/>
            <a:endParaRPr lang="en-US" dirty="0"/>
          </a:p>
        </p:txBody>
      </p:sp>
      <p:sp>
        <p:nvSpPr>
          <p:cNvPr id="31" name="Podtytuł 2">
            <a:extLst>
              <a:ext uri="{FF2B5EF4-FFF2-40B4-BE49-F238E27FC236}">
                <a16:creationId xmlns:a16="http://schemas.microsoft.com/office/drawing/2014/main" id="{45BE5FFB-47D1-4474-B6CA-C3C936DF28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3827610"/>
            <a:ext cx="5437187" cy="2265216"/>
          </a:xfrm>
        </p:spPr>
        <p:txBody>
          <a:bodyPr rtlCol="0">
            <a:noAutofit/>
          </a:bodyPr>
          <a:lstStyle>
            <a:lvl1pPr>
              <a:buNone/>
              <a:defRPr sz="2400"/>
            </a:lvl1pPr>
          </a:lstStyle>
          <a:p>
            <a:pPr rtl="0"/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40" name="Obraz — symbol zastępczy 39">
            <a:extLst>
              <a:ext uri="{FF2B5EF4-FFF2-40B4-BE49-F238E27FC236}">
                <a16:creationId xmlns:a16="http://schemas.microsoft.com/office/drawing/2014/main" id="{008D9209-1A62-4AC3-BF92-94348A9BC06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56248" y="548640"/>
            <a:ext cx="5084064" cy="2880360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endParaRPr lang="en-US" dirty="0"/>
          </a:p>
        </p:txBody>
      </p:sp>
      <p:sp>
        <p:nvSpPr>
          <p:cNvPr id="42" name="Obraz — symbol zastępczy 41">
            <a:extLst>
              <a:ext uri="{FF2B5EF4-FFF2-40B4-BE49-F238E27FC236}">
                <a16:creationId xmlns:a16="http://schemas.microsoft.com/office/drawing/2014/main" id="{FADBFB6B-1787-4549-91B6-D748C66B13C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556248" y="3429000"/>
            <a:ext cx="5084064" cy="2880360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endParaRPr lang="en-US"/>
          </a:p>
        </p:txBody>
      </p:sp>
      <p:grpSp>
        <p:nvGrpSpPr>
          <p:cNvPr id="43" name="Grupa 42">
            <a:extLst>
              <a:ext uri="{FF2B5EF4-FFF2-40B4-BE49-F238E27FC236}">
                <a16:creationId xmlns:a16="http://schemas.microsoft.com/office/drawing/2014/main" id="{06966E3E-9B30-4375-AC9A-23256CC87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161347" y="125399"/>
            <a:ext cx="1404698" cy="1155641"/>
            <a:chOff x="11161347" y="125399"/>
            <a:chExt cx="1404698" cy="1155641"/>
          </a:xfrm>
        </p:grpSpPr>
        <p:sp>
          <p:nvSpPr>
            <p:cNvPr id="44" name="Dowolny kształt: Kształt 43">
              <a:extLst>
                <a:ext uri="{FF2B5EF4-FFF2-40B4-BE49-F238E27FC236}">
                  <a16:creationId xmlns:a16="http://schemas.microsoft.com/office/drawing/2014/main" id="{4EBBC5A2-A37E-47DF-9230-9A75067F1883}"/>
                </a:ext>
              </a:extLst>
            </p:cNvPr>
            <p:cNvSpPr>
              <a:spLocks noChangeAspect="1"/>
            </p:cNvSpPr>
            <p:nvPr/>
          </p:nvSpPr>
          <p:spPr>
            <a:xfrm rot="18900000">
              <a:off x="11161347" y="125399"/>
              <a:ext cx="1341675" cy="926985"/>
            </a:xfrm>
            <a:custGeom>
              <a:avLst/>
              <a:gdLst>
                <a:gd name="connsiteX0" fmla="*/ 1049126 w 1341675"/>
                <a:gd name="connsiteY0" fmla="*/ 8962 h 926985"/>
                <a:gd name="connsiteX1" fmla="*/ 1341675 w 1341675"/>
                <a:gd name="connsiteY1" fmla="*/ 301511 h 926985"/>
                <a:gd name="connsiteX2" fmla="*/ 1130649 w 1341675"/>
                <a:gd name="connsiteY2" fmla="*/ 512537 h 926985"/>
                <a:gd name="connsiteX3" fmla="*/ 1107397 w 1341675"/>
                <a:gd name="connsiteY3" fmla="*/ 499917 h 926985"/>
                <a:gd name="connsiteX4" fmla="*/ 926985 w 1341675"/>
                <a:gd name="connsiteY4" fmla="*/ 463493 h 926985"/>
                <a:gd name="connsiteX5" fmla="*/ 463493 w 1341675"/>
                <a:gd name="connsiteY5" fmla="*/ 926985 h 926985"/>
                <a:gd name="connsiteX6" fmla="*/ 0 w 1341675"/>
                <a:gd name="connsiteY6" fmla="*/ 926985 h 926985"/>
                <a:gd name="connsiteX7" fmla="*/ 926985 w 1341675"/>
                <a:gd name="connsiteY7" fmla="*/ 0 h 926985"/>
                <a:gd name="connsiteX8" fmla="*/ 1021763 w 1341675"/>
                <a:gd name="connsiteY8" fmla="*/ 4786 h 926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41675" h="926985">
                  <a:moveTo>
                    <a:pt x="1049126" y="8962"/>
                  </a:moveTo>
                  <a:lnTo>
                    <a:pt x="1341675" y="301511"/>
                  </a:lnTo>
                  <a:lnTo>
                    <a:pt x="1130649" y="512537"/>
                  </a:lnTo>
                  <a:lnTo>
                    <a:pt x="1107397" y="499917"/>
                  </a:lnTo>
                  <a:cubicBezTo>
                    <a:pt x="1051945" y="476462"/>
                    <a:pt x="990979" y="463493"/>
                    <a:pt x="926985" y="463493"/>
                  </a:cubicBezTo>
                  <a:cubicBezTo>
                    <a:pt x="671005" y="463493"/>
                    <a:pt x="463493" y="671005"/>
                    <a:pt x="463493" y="926985"/>
                  </a:cubicBezTo>
                  <a:lnTo>
                    <a:pt x="0" y="926985"/>
                  </a:lnTo>
                  <a:cubicBezTo>
                    <a:pt x="0" y="415026"/>
                    <a:pt x="415025" y="0"/>
                    <a:pt x="926985" y="0"/>
                  </a:cubicBezTo>
                  <a:cubicBezTo>
                    <a:pt x="958982" y="0"/>
                    <a:pt x="990601" y="1621"/>
                    <a:pt x="1021763" y="4786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54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5" name="Owal 44">
              <a:extLst>
                <a:ext uri="{FF2B5EF4-FFF2-40B4-BE49-F238E27FC236}">
                  <a16:creationId xmlns:a16="http://schemas.microsoft.com/office/drawing/2014/main" id="{11781B9A-C230-4FFC-90A8-E0571B1DEDA7}"/>
                </a:ext>
              </a:extLst>
            </p:cNvPr>
            <p:cNvSpPr/>
            <p:nvPr/>
          </p:nvSpPr>
          <p:spPr>
            <a:xfrm rot="2700000">
              <a:off x="11798454" y="994196"/>
              <a:ext cx="107098" cy="46658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254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46" name="Dowolny kształt: Kształt 45">
              <a:extLst>
                <a:ext uri="{FF2B5EF4-FFF2-40B4-BE49-F238E27FC236}">
                  <a16:creationId xmlns:a16="http://schemas.microsoft.com/office/drawing/2014/main" id="{3295925C-3570-40F1-B3CE-07D947ED4643}"/>
                </a:ext>
              </a:extLst>
            </p:cNvPr>
            <p:cNvSpPr>
              <a:spLocks noChangeAspect="1"/>
            </p:cNvSpPr>
            <p:nvPr/>
          </p:nvSpPr>
          <p:spPr>
            <a:xfrm rot="18900000">
              <a:off x="11228590" y="129580"/>
              <a:ext cx="1337455" cy="1042921"/>
            </a:xfrm>
            <a:custGeom>
              <a:avLst/>
              <a:gdLst>
                <a:gd name="connsiteX0" fmla="*/ 1084058 w 1337455"/>
                <a:gd name="connsiteY0" fmla="*/ 16081 h 1042921"/>
                <a:gd name="connsiteX1" fmla="*/ 1337455 w 1337455"/>
                <a:gd name="connsiteY1" fmla="*/ 269477 h 1042921"/>
                <a:gd name="connsiteX2" fmla="*/ 1060775 w 1337455"/>
                <a:gd name="connsiteY2" fmla="*/ 546158 h 1042921"/>
                <a:gd name="connsiteX3" fmla="*/ 1020394 w 1337455"/>
                <a:gd name="connsiteY3" fmla="*/ 532055 h 1042921"/>
                <a:gd name="connsiteX4" fmla="*/ 926985 w 1337455"/>
                <a:gd name="connsiteY4" fmla="*/ 521461 h 1042921"/>
                <a:gd name="connsiteX5" fmla="*/ 463492 w 1337455"/>
                <a:gd name="connsiteY5" fmla="*/ 1042921 h 1042921"/>
                <a:gd name="connsiteX6" fmla="*/ 0 w 1337455"/>
                <a:gd name="connsiteY6" fmla="*/ 1042921 h 1042921"/>
                <a:gd name="connsiteX7" fmla="*/ 926984 w 1337455"/>
                <a:gd name="connsiteY7" fmla="*/ 0 h 1042921"/>
                <a:gd name="connsiteX8" fmla="*/ 1021763 w 1337455"/>
                <a:gd name="connsiteY8" fmla="*/ 5384 h 104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37455" h="1042921">
                  <a:moveTo>
                    <a:pt x="1084058" y="16081"/>
                  </a:moveTo>
                  <a:lnTo>
                    <a:pt x="1337455" y="269477"/>
                  </a:lnTo>
                  <a:lnTo>
                    <a:pt x="1060775" y="546158"/>
                  </a:lnTo>
                  <a:lnTo>
                    <a:pt x="1020394" y="532055"/>
                  </a:lnTo>
                  <a:cubicBezTo>
                    <a:pt x="990222" y="525109"/>
                    <a:pt x="958982" y="521461"/>
                    <a:pt x="926985" y="521461"/>
                  </a:cubicBezTo>
                  <a:cubicBezTo>
                    <a:pt x="671005" y="521461"/>
                    <a:pt x="463493" y="754927"/>
                    <a:pt x="463492" y="1042921"/>
                  </a:cubicBezTo>
                  <a:lnTo>
                    <a:pt x="0" y="1042921"/>
                  </a:lnTo>
                  <a:cubicBezTo>
                    <a:pt x="0" y="466932"/>
                    <a:pt x="415025" y="0"/>
                    <a:pt x="926984" y="0"/>
                  </a:cubicBezTo>
                  <a:cubicBezTo>
                    <a:pt x="958982" y="0"/>
                    <a:pt x="990600" y="1824"/>
                    <a:pt x="1021763" y="5384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Grupa 14">
            <a:extLst>
              <a:ext uri="{FF2B5EF4-FFF2-40B4-BE49-F238E27FC236}">
                <a16:creationId xmlns:a16="http://schemas.microsoft.com/office/drawing/2014/main" id="{394664AE-6DC5-428F-9AC4-5A8F67571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6" name="Dowolny kształt: Kształt 15">
              <a:extLst>
                <a:ext uri="{FF2B5EF4-FFF2-40B4-BE49-F238E27FC236}">
                  <a16:creationId xmlns:a16="http://schemas.microsoft.com/office/drawing/2014/main" id="{8288F304-7DF7-42FB-BD6F-D575128A1DDE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21" name="Owal 20">
              <a:extLst>
                <a:ext uri="{FF2B5EF4-FFF2-40B4-BE49-F238E27FC236}">
                  <a16:creationId xmlns:a16="http://schemas.microsoft.com/office/drawing/2014/main" id="{104835D9-7DE9-4DDD-A6C2-1C526822700A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US"/>
            </a:p>
          </p:txBody>
        </p:sp>
      </p:grpSp>
      <p:sp>
        <p:nvSpPr>
          <p:cNvPr id="5" name="Data — symbol zastępczy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l"/>
              <a:t>Wtorek, 2 lutego 20XX r.</a:t>
            </a:r>
          </a:p>
        </p:txBody>
      </p:sp>
      <p:sp>
        <p:nvSpPr>
          <p:cNvPr id="6" name="Stopka — symbol zastępczy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l"/>
              <a:t>Przykładowy tekst stopki</a:t>
            </a:r>
          </a:p>
        </p:txBody>
      </p:sp>
      <p:sp>
        <p:nvSpPr>
          <p:cNvPr id="7" name="Numer slajdu — symbol zastępczy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Owal 16">
            <a:extLst>
              <a:ext uri="{FF2B5EF4-FFF2-40B4-BE49-F238E27FC236}">
                <a16:creationId xmlns:a16="http://schemas.microsoft.com/office/drawing/2014/main" id="{83C43C1C-00B3-40E0-B073-B8C56206D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3191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rtlCol="0" anchor="t" anchorCtr="0">
            <a:no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pPr rtl="0"/>
            <a:r>
              <a:rPr lang="pl"/>
              <a:t>Kliknij, aby edytować styl wzorca tytułu</a:t>
            </a:r>
            <a:endParaRPr lang="en-US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l"/>
              <a:t>Kliknij, aby edytować styl wzorca podtytułu</a:t>
            </a:r>
            <a:endParaRPr lang="en-US" dirty="0"/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l"/>
              <a:t>Wtorek, 2 lutego 20XX r.</a:t>
            </a:r>
            <a:endParaRPr lang="en-US" dirty="0"/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l"/>
              <a:t>Przykładowy tekst stopki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Dowolny kształt: Kształt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/>
          </a:p>
        </p:txBody>
      </p:sp>
      <p:sp>
        <p:nvSpPr>
          <p:cNvPr id="20" name="Ow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/>
          </a:p>
        </p:txBody>
      </p:sp>
      <p:sp>
        <p:nvSpPr>
          <p:cNvPr id="25" name="Ow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/>
          </a:p>
        </p:txBody>
      </p:sp>
      <p:grpSp>
        <p:nvGrpSpPr>
          <p:cNvPr id="34" name="Grupa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Dowolny kształt: Kształt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en-US" dirty="0"/>
            </a:p>
          </p:txBody>
        </p:sp>
        <p:sp>
          <p:nvSpPr>
            <p:cNvPr id="36" name="Dowolny kształt: Kształt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w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38" name="Ow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123629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w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/>
          </a:p>
        </p:txBody>
      </p:sp>
      <p:grpSp>
        <p:nvGrpSpPr>
          <p:cNvPr id="13" name="Grupa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Dowolny kształt: Kształt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21" name="Ow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US"/>
            </a:p>
          </p:txBody>
        </p:sp>
      </p:grpSp>
      <p:sp>
        <p:nvSpPr>
          <p:cNvPr id="2" name="Tytuł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 rtlCol="0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pPr rtl="0"/>
            <a:r>
              <a:rPr lang="pl"/>
              <a:t>Kliknij, aby edytować styl wzorca tytułu</a:t>
            </a:r>
            <a:endParaRPr lang="en-US" dirty="0"/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 rtlCol="0">
            <a:noAutofit/>
          </a:bodyPr>
          <a:lstStyle/>
          <a:p>
            <a:pPr lvl="0" rtl="0"/>
            <a:r>
              <a:rPr lang="pl"/>
              <a:t>Kliknij, aby edytować style wzorców tekstu</a:t>
            </a:r>
          </a:p>
          <a:p>
            <a:pPr lvl="1" rtl="0"/>
            <a:r>
              <a:rPr lang="pl"/>
              <a:t>Drugi poziom</a:t>
            </a:r>
          </a:p>
          <a:p>
            <a:pPr lvl="2" rtl="0"/>
            <a:r>
              <a:rPr lang="pl"/>
              <a:t>Trzeci poziom</a:t>
            </a:r>
          </a:p>
          <a:p>
            <a:pPr lvl="3" rtl="0"/>
            <a:r>
              <a:rPr lang="pl"/>
              <a:t>Czwarty poziom</a:t>
            </a:r>
          </a:p>
          <a:p>
            <a:pPr lvl="4" rtl="0"/>
            <a:r>
              <a:rPr lang="pl"/>
              <a:t>Piąty poziom</a:t>
            </a:r>
            <a:endParaRPr lang="en-US" dirty="0"/>
          </a:p>
        </p:txBody>
      </p:sp>
      <p:sp>
        <p:nvSpPr>
          <p:cNvPr id="4" name="Zawartość — symbol zastępczy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 rtlCol="0">
            <a:noAutofit/>
          </a:bodyPr>
          <a:lstStyle/>
          <a:p>
            <a:pPr lvl="0" rtl="0"/>
            <a:r>
              <a:rPr lang="pl"/>
              <a:t>Kliknij, aby edytować style wzorców tekstu</a:t>
            </a:r>
          </a:p>
          <a:p>
            <a:pPr lvl="1" rtl="0"/>
            <a:r>
              <a:rPr lang="pl"/>
              <a:t>Drugi poziom</a:t>
            </a:r>
          </a:p>
          <a:p>
            <a:pPr lvl="2" rtl="0"/>
            <a:r>
              <a:rPr lang="pl"/>
              <a:t>Trzeci poziom</a:t>
            </a:r>
          </a:p>
          <a:p>
            <a:pPr lvl="3" rtl="0"/>
            <a:r>
              <a:rPr lang="pl"/>
              <a:t>Czwarty poziom</a:t>
            </a:r>
          </a:p>
          <a:p>
            <a:pPr lvl="4" rtl="0"/>
            <a:r>
              <a:rPr lang="pl"/>
              <a:t>Piąty poziom</a:t>
            </a:r>
            <a:endParaRPr lang="en-US" dirty="0"/>
          </a:p>
        </p:txBody>
      </p:sp>
      <p:sp>
        <p:nvSpPr>
          <p:cNvPr id="5" name="Data — symbol zastępczy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l"/>
              <a:t>Wtorek, 2 lutego 20XX r.</a:t>
            </a:r>
          </a:p>
        </p:txBody>
      </p:sp>
      <p:sp>
        <p:nvSpPr>
          <p:cNvPr id="6" name="Stopka — symbol zastępczy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l"/>
              <a:t>Przykładowy tekst stopki</a:t>
            </a:r>
          </a:p>
        </p:txBody>
      </p:sp>
      <p:sp>
        <p:nvSpPr>
          <p:cNvPr id="7" name="Numer slajdu — symbol zastępczy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1650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a — symbol zastępczy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l"/>
              <a:t>Wtorek, 2 lutego 20XX r.</a:t>
            </a:r>
          </a:p>
        </p:txBody>
      </p:sp>
      <p:sp>
        <p:nvSpPr>
          <p:cNvPr id="3" name="Stopka — symbol zastępczy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l"/>
              <a:t>Przykładowy tekst stopki</a:t>
            </a:r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3325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a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Dowolny kształt: Kształt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12" name="Ow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US"/>
            </a:p>
          </p:txBody>
        </p:sp>
      </p:grpSp>
      <p:sp>
        <p:nvSpPr>
          <p:cNvPr id="2" name="Tytuł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rtlCol="0" anchor="t">
            <a:no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pPr rtl="0"/>
            <a:r>
              <a:rPr lang="pl"/>
              <a:t>Kliknij, aby edytować styl wzorca tytułu</a:t>
            </a:r>
            <a:endParaRPr lang="en-US" dirty="0"/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 rtlCol="0"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pl"/>
              <a:t>Kliknij, aby edytować style wzorców tekstu</a:t>
            </a:r>
          </a:p>
          <a:p>
            <a:pPr lvl="1" rtl="0"/>
            <a:r>
              <a:rPr lang="pl"/>
              <a:t>Drugi poziom</a:t>
            </a:r>
          </a:p>
          <a:p>
            <a:pPr lvl="2" rtl="0"/>
            <a:r>
              <a:rPr lang="pl"/>
              <a:t>Trzeci poziom</a:t>
            </a:r>
          </a:p>
          <a:p>
            <a:pPr lvl="3" rtl="0"/>
            <a:r>
              <a:rPr lang="pl"/>
              <a:t>Czwarty poziom</a:t>
            </a:r>
          </a:p>
          <a:p>
            <a:pPr lvl="4" rtl="0"/>
            <a:r>
              <a:rPr lang="pl"/>
              <a:t>Piąty poziom</a:t>
            </a:r>
            <a:endParaRPr lang="en-US" dirty="0"/>
          </a:p>
        </p:txBody>
      </p:sp>
      <p:sp>
        <p:nvSpPr>
          <p:cNvPr id="4" name="Tekst — symbol zastępczy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 rtlCol="0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l"/>
              <a:t>Kliknij, aby edytować style wzorców tekstu</a:t>
            </a:r>
          </a:p>
        </p:txBody>
      </p:sp>
      <p:sp>
        <p:nvSpPr>
          <p:cNvPr id="5" name="Data — symbol zastępczy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l"/>
              <a:t>Wtorek, 2 lutego 20XX r.</a:t>
            </a:r>
          </a:p>
        </p:txBody>
      </p:sp>
      <p:sp>
        <p:nvSpPr>
          <p:cNvPr id="6" name="Stopka — symbol zastępczy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l"/>
              <a:t>Przykładowy tekst stopki</a:t>
            </a:r>
          </a:p>
        </p:txBody>
      </p:sp>
      <p:sp>
        <p:nvSpPr>
          <p:cNvPr id="7" name="Numer slajdu — symbol zastępczy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562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— symbol zastępczy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lvl="0" rtl="0">
              <a:lnSpc>
                <a:spcPct val="100000"/>
              </a:lnSpc>
            </a:pPr>
            <a:r>
              <a:rPr lang="pl"/>
              <a:t>Kliknij, aby edytować styl wzorca tytułu</a:t>
            </a:r>
            <a:endParaRPr lang="en-US" dirty="0"/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 rtl="0"/>
            <a:r>
              <a:rPr lang="pl"/>
              <a:t>Kliknij, aby edytować style wzorców tekstu</a:t>
            </a:r>
          </a:p>
          <a:p>
            <a:pPr lvl="1" rtl="0"/>
            <a:r>
              <a:rPr lang="pl"/>
              <a:t>Drugi poziom</a:t>
            </a:r>
          </a:p>
          <a:p>
            <a:pPr lvl="2" rtl="0"/>
            <a:r>
              <a:rPr lang="pl"/>
              <a:t>Trzeci poziom</a:t>
            </a:r>
          </a:p>
          <a:p>
            <a:pPr lvl="3" rtl="0"/>
            <a:r>
              <a:rPr lang="pl"/>
              <a:t>Czwarty poziom</a:t>
            </a:r>
          </a:p>
          <a:p>
            <a:pPr lvl="4" rtl="0"/>
            <a:r>
              <a:rPr lang="pl"/>
              <a:t>Piąty poziom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>
            <a:pPr rtl="0"/>
            <a:r>
              <a:rPr lang="pl"/>
              <a:t>Wtorek, 2 lutego 20XX r.</a:t>
            </a:r>
            <a:endParaRPr lang="en-US" dirty="0"/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>
            <a:pPr rtl="0"/>
            <a:r>
              <a:rPr lang="pl"/>
              <a:t>Przykładowy tekst stopki</a:t>
            </a:r>
            <a:endParaRPr lang="en-US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>
            <a:pPr rtl="0"/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2557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33" r:id="rId3"/>
    <p:sldLayoutId id="2147483687" r:id="rId4"/>
    <p:sldLayoutId id="2147483734" r:id="rId5"/>
    <p:sldLayoutId id="2147483686" r:id="rId6"/>
    <p:sldLayoutId id="2147483696" r:id="rId7"/>
    <p:sldLayoutId id="2147483707" r:id="rId8"/>
    <p:sldLayoutId id="2147483689" r:id="rId9"/>
    <p:sldLayoutId id="2147483697" r:id="rId10"/>
    <p:sldLayoutId id="2147483731" r:id="rId11"/>
    <p:sldLayoutId id="2147483693" r:id="rId12"/>
    <p:sldLayoutId id="2147483685" r:id="rId13"/>
    <p:sldLayoutId id="2147483688" r:id="rId14"/>
    <p:sldLayoutId id="2147483691" r:id="rId15"/>
    <p:sldLayoutId id="2147483692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0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jpg"/><Relationship Id="rId3" Type="http://schemas.openxmlformats.org/officeDocument/2006/relationships/image" Target="../media/image2.jp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hyperlink" Target="http://www.bono-it.pl/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hyperlink" Target="mailto:sebastian.stybel@bono-it.pl" TargetMode="External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hyperlink" Target="https://linkedin.com/in/sebastianstybel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m365maps.com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azure.microsoft.com/en-us/pricing/calculator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ono-it.pl/" TargetMode="External"/><Relationship Id="rId2" Type="http://schemas.openxmlformats.org/officeDocument/2006/relationships/hyperlink" Target="mailto:sebastian.stybel@bono-it.pl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.png"/><Relationship Id="rId5" Type="http://schemas.openxmlformats.org/officeDocument/2006/relationships/image" Target="../media/image36.jpeg"/><Relationship Id="rId4" Type="http://schemas.openxmlformats.org/officeDocument/2006/relationships/image" Target="../media/image3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86E938C-9D94-4B05-979A-D39FFC45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99414" y="1051551"/>
            <a:ext cx="3565524" cy="2384898"/>
          </a:xfrm>
        </p:spPr>
        <p:txBody>
          <a:bodyPr rtlCol="0" anchor="b" anchorCtr="0">
            <a:normAutofit fontScale="90000"/>
          </a:bodyPr>
          <a:lstStyle/>
          <a:p>
            <a:pPr rtl="0"/>
            <a:r>
              <a:rPr lang="pl-PL" dirty="0"/>
              <a:t>Wdrożenie usług M365 i </a:t>
            </a:r>
            <a:r>
              <a:rPr lang="pl-PL" dirty="0" err="1"/>
              <a:t>Azure</a:t>
            </a:r>
            <a:r>
              <a:rPr lang="pl-PL" dirty="0"/>
              <a:t> dla SMB</a:t>
            </a:r>
            <a:br>
              <a:rPr lang="pl-PL" dirty="0"/>
            </a:br>
            <a:br>
              <a:rPr lang="pl-PL" sz="3100" dirty="0"/>
            </a:br>
            <a:r>
              <a:rPr lang="pl-PL" sz="3100" dirty="0"/>
              <a:t>Praktyczne podejście</a:t>
            </a:r>
            <a:endParaRPr lang="pl" dirty="0"/>
          </a:p>
        </p:txBody>
      </p:sp>
      <p:pic>
        <p:nvPicPr>
          <p:cNvPr id="14" name="Obraz — symbol zastępczy 13" descr="Cyfrowe tło punktów danych">
            <a:extLst>
              <a:ext uri="{FF2B5EF4-FFF2-40B4-BE49-F238E27FC236}">
                <a16:creationId xmlns:a16="http://schemas.microsoft.com/office/drawing/2014/main" id="{9A8AD548-922D-4E1D-B19C-5F6E808B816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452360" cy="6858000"/>
          </a:xfrm>
        </p:spPr>
      </p:pic>
      <p:sp>
        <p:nvSpPr>
          <p:cNvPr id="3" name="Podtytuł 2">
            <a:extLst>
              <a:ext uri="{FF2B5EF4-FFF2-40B4-BE49-F238E27FC236}">
                <a16:creationId xmlns:a16="http://schemas.microsoft.com/office/drawing/2014/main" id="{D9A11267-FC52-4990-8D98-010AFABA55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99413" y="4886516"/>
            <a:ext cx="3565524" cy="1731963"/>
          </a:xfrm>
        </p:spPr>
        <p:txBody>
          <a:bodyPr rtlCol="0">
            <a:normAutofit/>
          </a:bodyPr>
          <a:lstStyle/>
          <a:p>
            <a:pPr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pl" dirty="0">
                <a:solidFill>
                  <a:schemeClr val="tx1">
                    <a:alpha val="80000"/>
                  </a:schemeClr>
                </a:solidFill>
              </a:rPr>
              <a:t>Sebastian Stybel</a:t>
            </a:r>
          </a:p>
          <a:p>
            <a:pPr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100" dirty="0">
                <a:solidFill>
                  <a:schemeClr val="tx1">
                    <a:alpha val="80000"/>
                  </a:schemeClr>
                </a:solidFill>
              </a:rPr>
              <a:t>System Engineer of Microsoft and</a:t>
            </a:r>
            <a:r>
              <a:rPr lang="pl-PL" sz="11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100" dirty="0">
                <a:solidFill>
                  <a:schemeClr val="tx1">
                    <a:alpha val="80000"/>
                  </a:schemeClr>
                </a:solidFill>
              </a:rPr>
              <a:t>VMware Technologies</a:t>
            </a:r>
            <a:endParaRPr lang="pl-PL" sz="1100" dirty="0">
              <a:solidFill>
                <a:schemeClr val="tx1">
                  <a:alpha val="80000"/>
                </a:schemeClr>
              </a:solidFill>
            </a:endParaRPr>
          </a:p>
          <a:p>
            <a:pPr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100" dirty="0">
                <a:solidFill>
                  <a:schemeClr val="tx1">
                    <a:alpha val="80000"/>
                  </a:schemeClr>
                </a:solidFill>
              </a:rPr>
              <a:t>Microsoft Certified Trainer</a:t>
            </a:r>
            <a:endParaRPr lang="pl" sz="1100" dirty="0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2814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az — symbol zastępczy 7" descr="Cyfrowe tło punktów danych">
            <a:extLst>
              <a:ext uri="{FF2B5EF4-FFF2-40B4-BE49-F238E27FC236}">
                <a16:creationId xmlns:a16="http://schemas.microsoft.com/office/drawing/2014/main" id="{5FED7C55-F545-49A1-90FD-D853A25AB45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grpSp>
        <p:nvGrpSpPr>
          <p:cNvPr id="29" name="Grupa 28">
            <a:extLst>
              <a:ext uri="{FF2B5EF4-FFF2-40B4-BE49-F238E27FC236}">
                <a16:creationId xmlns:a16="http://schemas.microsoft.com/office/drawing/2014/main" id="{E355941E-D4FC-0563-683A-2FD3E4DEA2B9}"/>
              </a:ext>
            </a:extLst>
          </p:cNvPr>
          <p:cNvGrpSpPr/>
          <p:nvPr/>
        </p:nvGrpSpPr>
        <p:grpSpPr>
          <a:xfrm>
            <a:off x="6282932" y="49572"/>
            <a:ext cx="5737401" cy="6744928"/>
            <a:chOff x="6282932" y="49572"/>
            <a:chExt cx="5737401" cy="674492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AA0F8D2-96C7-3296-E69E-9EDF3E5DD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6282932" y="49572"/>
              <a:ext cx="5737401" cy="6744928"/>
            </a:xfrm>
            <a:prstGeom prst="rect">
              <a:avLst/>
            </a:prstGeom>
            <a:solidFill>
              <a:srgbClr val="FFFFFF">
                <a:alpha val="58824"/>
              </a:srgbClr>
            </a:solidFill>
            <a:ln w="19050">
              <a:solidFill>
                <a:schemeClr val="tx2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75711" tIns="140568" rIns="175711" bIns="14056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89575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IN" sz="2307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7" name="Obraz 6" descr="image003">
              <a:extLst>
                <a:ext uri="{FF2B5EF4-FFF2-40B4-BE49-F238E27FC236}">
                  <a16:creationId xmlns:a16="http://schemas.microsoft.com/office/drawing/2014/main" id="{6B7CF155-23BE-C9ED-D089-84F186A17BAE}"/>
                </a:ext>
              </a:extLst>
            </p:cNvPr>
            <p:cNvPicPr/>
            <p:nvPr/>
          </p:nvPicPr>
          <p:blipFill>
            <a:blip r:embed="rId4" cstate="print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92398" y="187187"/>
              <a:ext cx="1052433" cy="99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Obraz 8" descr="image006">
              <a:extLst>
                <a:ext uri="{FF2B5EF4-FFF2-40B4-BE49-F238E27FC236}">
                  <a16:creationId xmlns:a16="http://schemas.microsoft.com/office/drawing/2014/main" id="{A36D3061-28C4-8494-B458-4152678C31E5}"/>
                </a:ext>
              </a:extLst>
            </p:cNvPr>
            <p:cNvPicPr/>
            <p:nvPr/>
          </p:nvPicPr>
          <p:blipFill>
            <a:blip r:embed="rId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00543" y="1285380"/>
              <a:ext cx="933463" cy="99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Obraz 9" descr="image014">
              <a:extLst>
                <a:ext uri="{FF2B5EF4-FFF2-40B4-BE49-F238E27FC236}">
                  <a16:creationId xmlns:a16="http://schemas.microsoft.com/office/drawing/2014/main" id="{70A83D91-B955-E8DF-55B7-7CC953389129}"/>
                </a:ext>
              </a:extLst>
            </p:cNvPr>
            <p:cNvPicPr/>
            <p:nvPr/>
          </p:nvPicPr>
          <p:blipFill>
            <a:blip r:embed="rId6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92398" y="1285380"/>
              <a:ext cx="1052433" cy="99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Picture 12">
              <a:extLst>
                <a:ext uri="{FF2B5EF4-FFF2-40B4-BE49-F238E27FC236}">
                  <a16:creationId xmlns:a16="http://schemas.microsoft.com/office/drawing/2014/main" id="{713A65CD-E6B3-32A3-2C46-55F23B9C8A0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45770" y="160300"/>
              <a:ext cx="988237" cy="1093048"/>
            </a:xfrm>
            <a:prstGeom prst="rect">
              <a:avLst/>
            </a:prstGeom>
          </p:spPr>
        </p:pic>
        <p:pic>
          <p:nvPicPr>
            <p:cNvPr id="12" name="Picture 13">
              <a:extLst>
                <a:ext uri="{FF2B5EF4-FFF2-40B4-BE49-F238E27FC236}">
                  <a16:creationId xmlns:a16="http://schemas.microsoft.com/office/drawing/2014/main" id="{80D9232A-687C-8FE6-F51D-BF3D7AB6C3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21910" y="2315413"/>
              <a:ext cx="1040155" cy="1040155"/>
            </a:xfrm>
            <a:prstGeom prst="rect">
              <a:avLst/>
            </a:prstGeom>
          </p:spPr>
        </p:pic>
        <p:pic>
          <p:nvPicPr>
            <p:cNvPr id="13" name="Picture 14">
              <a:extLst>
                <a:ext uri="{FF2B5EF4-FFF2-40B4-BE49-F238E27FC236}">
                  <a16:creationId xmlns:a16="http://schemas.microsoft.com/office/drawing/2014/main" id="{1D5C00DC-7A59-328F-65A3-98C6F74559A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30346" y="4484696"/>
              <a:ext cx="1073854" cy="1073854"/>
            </a:xfrm>
            <a:prstGeom prst="rect">
              <a:avLst/>
            </a:prstGeom>
          </p:spPr>
        </p:pic>
        <p:pic>
          <p:nvPicPr>
            <p:cNvPr id="14" name="Picture 15">
              <a:extLst>
                <a:ext uri="{FF2B5EF4-FFF2-40B4-BE49-F238E27FC236}">
                  <a16:creationId xmlns:a16="http://schemas.microsoft.com/office/drawing/2014/main" id="{823FA5EB-C0BF-AB44-CF47-C324257533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37300" y="5658121"/>
              <a:ext cx="1007531" cy="1007531"/>
            </a:xfrm>
            <a:prstGeom prst="rect">
              <a:avLst/>
            </a:prstGeom>
          </p:spPr>
        </p:pic>
        <p:pic>
          <p:nvPicPr>
            <p:cNvPr id="17" name="Picture 2" descr="VMware Certified Professional - Data Center Virtualization 2020">
              <a:extLst>
                <a:ext uri="{FF2B5EF4-FFF2-40B4-BE49-F238E27FC236}">
                  <a16:creationId xmlns:a16="http://schemas.microsoft.com/office/drawing/2014/main" id="{12BFC105-8B0F-56B4-D999-1190C14EB4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42494" y="5659232"/>
              <a:ext cx="1036995" cy="10369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4" descr="MCSE: Core Infrastructure — Certified 2019">
              <a:extLst>
                <a:ext uri="{FF2B5EF4-FFF2-40B4-BE49-F238E27FC236}">
                  <a16:creationId xmlns:a16="http://schemas.microsoft.com/office/drawing/2014/main" id="{2BF415A4-CC72-7F8F-A848-A7ABADBFD3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68733" y="2348037"/>
              <a:ext cx="1007531" cy="10075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6" descr="Microsoft Certified: Azure Security Engineer Associate">
              <a:extLst>
                <a:ext uri="{FF2B5EF4-FFF2-40B4-BE49-F238E27FC236}">
                  <a16:creationId xmlns:a16="http://schemas.microsoft.com/office/drawing/2014/main" id="{EB8F7FD2-105D-A725-95E6-F1A25A0054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10981" y="3395936"/>
              <a:ext cx="1053368" cy="10533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10" descr="MCSA: Windows Server 2016 - Certified 2017">
              <a:extLst>
                <a:ext uri="{FF2B5EF4-FFF2-40B4-BE49-F238E27FC236}">
                  <a16:creationId xmlns:a16="http://schemas.microsoft.com/office/drawing/2014/main" id="{2901878F-EE33-423F-BC2D-C42FA154ED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83346" y="2352649"/>
              <a:ext cx="1007530" cy="10075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12" descr="MCSA: Office 365 - Certified 2018">
              <a:extLst>
                <a:ext uri="{FF2B5EF4-FFF2-40B4-BE49-F238E27FC236}">
                  <a16:creationId xmlns:a16="http://schemas.microsoft.com/office/drawing/2014/main" id="{48295007-1875-411F-53FE-02292CC727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22489" y="2364914"/>
              <a:ext cx="983002" cy="9830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Obraz 22">
              <a:extLst>
                <a:ext uri="{FF2B5EF4-FFF2-40B4-BE49-F238E27FC236}">
                  <a16:creationId xmlns:a16="http://schemas.microsoft.com/office/drawing/2014/main" id="{9A3E4A00-A644-DB08-4A23-AC492F131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10981" y="2329145"/>
              <a:ext cx="1026423" cy="1026423"/>
            </a:xfrm>
            <a:prstGeom prst="rect">
              <a:avLst/>
            </a:prstGeom>
          </p:spPr>
        </p:pic>
        <p:pic>
          <p:nvPicPr>
            <p:cNvPr id="24" name="Obraz 23">
              <a:extLst>
                <a:ext uri="{FF2B5EF4-FFF2-40B4-BE49-F238E27FC236}">
                  <a16:creationId xmlns:a16="http://schemas.microsoft.com/office/drawing/2014/main" id="{F90E81EA-D67E-460E-E7C5-F54B67B3FC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7494180" y="3382014"/>
              <a:ext cx="1053368" cy="1053368"/>
            </a:xfrm>
            <a:prstGeom prst="rect">
              <a:avLst/>
            </a:prstGeom>
          </p:spPr>
        </p:pic>
        <p:pic>
          <p:nvPicPr>
            <p:cNvPr id="25" name="Picture 2" descr="VMware Certified Professional - Data Center Virtualization 2023 badge image. Issued by VMware">
              <a:extLst>
                <a:ext uri="{FF2B5EF4-FFF2-40B4-BE49-F238E27FC236}">
                  <a16:creationId xmlns:a16="http://schemas.microsoft.com/office/drawing/2014/main" id="{E509D964-2904-399A-C916-852F8C7E5C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45696" y="5685703"/>
              <a:ext cx="984052" cy="9840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Obraz 25">
              <a:extLst>
                <a:ext uri="{FF2B5EF4-FFF2-40B4-BE49-F238E27FC236}">
                  <a16:creationId xmlns:a16="http://schemas.microsoft.com/office/drawing/2014/main" id="{7DC0550F-87AB-9EB6-BF5A-9A19560871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30346" y="3382014"/>
              <a:ext cx="1053368" cy="1053368"/>
            </a:xfrm>
            <a:prstGeom prst="rect">
              <a:avLst/>
            </a:prstGeom>
          </p:spPr>
        </p:pic>
        <p:pic>
          <p:nvPicPr>
            <p:cNvPr id="28" name="Obraz 27">
              <a:extLst>
                <a:ext uri="{FF2B5EF4-FFF2-40B4-BE49-F238E27FC236}">
                  <a16:creationId xmlns:a16="http://schemas.microsoft.com/office/drawing/2014/main" id="{BCEEFAD6-8D4B-1315-7154-4F92C78F3A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13545" y="3395936"/>
              <a:ext cx="1007531" cy="1007531"/>
            </a:xfrm>
            <a:prstGeom prst="rect">
              <a:avLst/>
            </a:prstGeom>
          </p:spPr>
        </p:pic>
        <p:pic>
          <p:nvPicPr>
            <p:cNvPr id="27" name="Obraz 26">
              <a:extLst>
                <a:ext uri="{FF2B5EF4-FFF2-40B4-BE49-F238E27FC236}">
                  <a16:creationId xmlns:a16="http://schemas.microsoft.com/office/drawing/2014/main" id="{C24DF209-5E14-699C-16FC-EB695564B1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7196762" y="318974"/>
              <a:ext cx="1707786" cy="1711902"/>
            </a:xfrm>
            <a:prstGeom prst="rect">
              <a:avLst/>
            </a:prstGeom>
          </p:spPr>
        </p:pic>
        <p:pic>
          <p:nvPicPr>
            <p:cNvPr id="30" name="Obraz 29">
              <a:extLst>
                <a:ext uri="{FF2B5EF4-FFF2-40B4-BE49-F238E27FC236}">
                  <a16:creationId xmlns:a16="http://schemas.microsoft.com/office/drawing/2014/main" id="{A8141A38-03AA-D7BF-2CDC-B658FCDC64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9707787" y="4503125"/>
              <a:ext cx="1073853" cy="1073853"/>
            </a:xfrm>
            <a:prstGeom prst="rect">
              <a:avLst/>
            </a:prstGeom>
          </p:spPr>
        </p:pic>
        <p:pic>
          <p:nvPicPr>
            <p:cNvPr id="31" name="Obraz 30">
              <a:extLst>
                <a:ext uri="{FF2B5EF4-FFF2-40B4-BE49-F238E27FC236}">
                  <a16:creationId xmlns:a16="http://schemas.microsoft.com/office/drawing/2014/main" id="{C2673A09-552E-3DD1-BEA4-D366495A3D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8582076" y="4475238"/>
              <a:ext cx="1112222" cy="1112222"/>
            </a:xfrm>
            <a:prstGeom prst="rect">
              <a:avLst/>
            </a:prstGeom>
          </p:spPr>
        </p:pic>
      </p:grpSp>
      <p:pic>
        <p:nvPicPr>
          <p:cNvPr id="33" name="Obraz 32" descr="Obraz zawierający tekst, krąg, Czcionka, Grafika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02E249AB-8964-BD94-5AB1-4AE4E9F150FF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04545" y="5625043"/>
            <a:ext cx="1053368" cy="1053368"/>
          </a:xfrm>
          <a:prstGeom prst="rect">
            <a:avLst/>
          </a:prstGeom>
        </p:spPr>
      </p:pic>
      <p:pic>
        <p:nvPicPr>
          <p:cNvPr id="37" name="Obraz 36" descr="Obraz zawierający tekst, Czcionka, zrzut ekranu, logo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6ACEA0B9-1041-3A84-F366-1F8183F3E823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526699" y="5598597"/>
            <a:ext cx="1166681" cy="1166681"/>
          </a:xfrm>
          <a:prstGeom prst="rect">
            <a:avLst/>
          </a:prstGeom>
        </p:spPr>
      </p:pic>
      <p:sp>
        <p:nvSpPr>
          <p:cNvPr id="51" name="Rounded Rectangle 3_1">
            <a:extLst>
              <a:ext uri="{FF2B5EF4-FFF2-40B4-BE49-F238E27FC236}">
                <a16:creationId xmlns:a16="http://schemas.microsoft.com/office/drawing/2014/main" id="{3CFD3A59-AED4-78CA-4699-429F58535CFC}"/>
              </a:ext>
            </a:extLst>
          </p:cNvPr>
          <p:cNvSpPr/>
          <p:nvPr/>
        </p:nvSpPr>
        <p:spPr>
          <a:xfrm>
            <a:off x="171668" y="1520513"/>
            <a:ext cx="5840226" cy="4668414"/>
          </a:xfrm>
          <a:prstGeom prst="roundRect">
            <a:avLst>
              <a:gd name="adj" fmla="val 3632"/>
            </a:avLst>
          </a:prstGeom>
          <a:solidFill>
            <a:schemeClr val="tx1">
              <a:lumMod val="95000"/>
            </a:schemeClr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281" rtlCol="0" anchor="ctr"/>
          <a:lstStyle/>
          <a:p>
            <a:pPr defTabSz="932563">
              <a:spcBef>
                <a:spcPts val="1200"/>
              </a:spcBef>
              <a:defRPr/>
            </a:pPr>
            <a:r>
              <a:rPr lang="en-US" sz="2000" kern="0" dirty="0">
                <a:solidFill>
                  <a:srgbClr val="000000"/>
                </a:solidFill>
              </a:rPr>
              <a:t>Sebastian Stybel</a:t>
            </a:r>
          </a:p>
          <a:p>
            <a:pPr defTabSz="932563">
              <a:spcBef>
                <a:spcPts val="1800"/>
              </a:spcBef>
              <a:defRPr/>
            </a:pPr>
            <a:r>
              <a:rPr lang="en-US" sz="1176" kern="0" dirty="0">
                <a:solidFill>
                  <a:srgbClr val="000000"/>
                </a:solidFill>
              </a:rPr>
              <a:t>Administrator </a:t>
            </a:r>
            <a:r>
              <a:rPr lang="en-US" sz="1176" kern="0" dirty="0" err="1">
                <a:solidFill>
                  <a:srgbClr val="000000"/>
                </a:solidFill>
              </a:rPr>
              <a:t>Sieci</a:t>
            </a:r>
            <a:r>
              <a:rPr lang="en-US" sz="1176" kern="0" dirty="0">
                <a:solidFill>
                  <a:srgbClr val="000000"/>
                </a:solidFill>
              </a:rPr>
              <a:t> </a:t>
            </a:r>
            <a:r>
              <a:rPr lang="en-US" sz="1176" kern="0" dirty="0" err="1">
                <a:solidFill>
                  <a:srgbClr val="000000"/>
                </a:solidFill>
              </a:rPr>
              <a:t>i</a:t>
            </a:r>
            <a:r>
              <a:rPr lang="en-US" sz="1176" kern="0" dirty="0">
                <a:solidFill>
                  <a:srgbClr val="000000"/>
                </a:solidFill>
              </a:rPr>
              <a:t> </a:t>
            </a:r>
            <a:r>
              <a:rPr lang="en-US" sz="1176" kern="0" dirty="0" err="1">
                <a:solidFill>
                  <a:srgbClr val="000000"/>
                </a:solidFill>
              </a:rPr>
              <a:t>Systemów</a:t>
            </a:r>
            <a:r>
              <a:rPr lang="en-US" sz="1176" kern="0" dirty="0">
                <a:solidFill>
                  <a:srgbClr val="000000"/>
                </a:solidFill>
              </a:rPr>
              <a:t> IT / </a:t>
            </a:r>
            <a:r>
              <a:rPr lang="pl-PL" sz="1176" kern="0" dirty="0">
                <a:solidFill>
                  <a:srgbClr val="000000"/>
                </a:solidFill>
              </a:rPr>
              <a:t> </a:t>
            </a:r>
            <a:r>
              <a:rPr lang="en-US" sz="1176" kern="0" dirty="0" err="1">
                <a:solidFill>
                  <a:srgbClr val="000000"/>
                </a:solidFill>
              </a:rPr>
              <a:t>Inżynier</a:t>
            </a:r>
            <a:r>
              <a:rPr lang="en-US" sz="1176" kern="0" dirty="0">
                <a:solidFill>
                  <a:srgbClr val="000000"/>
                </a:solidFill>
              </a:rPr>
              <a:t> </a:t>
            </a:r>
            <a:r>
              <a:rPr lang="en-US" sz="1176" kern="0" dirty="0" err="1">
                <a:solidFill>
                  <a:srgbClr val="000000"/>
                </a:solidFill>
              </a:rPr>
              <a:t>Systemowy</a:t>
            </a:r>
            <a:r>
              <a:rPr lang="en-US" sz="1176" kern="0" dirty="0">
                <a:solidFill>
                  <a:srgbClr val="000000"/>
                </a:solidFill>
              </a:rPr>
              <a:t> /</a:t>
            </a:r>
            <a:endParaRPr lang="pl-PL" sz="1176" kern="0" dirty="0">
              <a:solidFill>
                <a:srgbClr val="000000"/>
              </a:solidFill>
            </a:endParaRPr>
          </a:p>
          <a:p>
            <a:pPr defTabSz="932563">
              <a:spcBef>
                <a:spcPts val="588"/>
              </a:spcBef>
              <a:defRPr/>
            </a:pPr>
            <a:r>
              <a:rPr lang="en-US" sz="1176" kern="0" dirty="0">
                <a:solidFill>
                  <a:srgbClr val="000000"/>
                </a:solidFill>
              </a:rPr>
              <a:t>Microsoft Certified Trainer</a:t>
            </a:r>
            <a:r>
              <a:rPr lang="pl-PL" sz="1176" kern="0" dirty="0">
                <a:solidFill>
                  <a:srgbClr val="000000"/>
                </a:solidFill>
              </a:rPr>
              <a:t> / Wykładowca</a:t>
            </a:r>
          </a:p>
          <a:p>
            <a:pPr defTabSz="932563">
              <a:spcBef>
                <a:spcPts val="588"/>
              </a:spcBef>
              <a:defRPr/>
            </a:pPr>
            <a:r>
              <a:rPr lang="pl-PL" sz="1176" b="1" kern="0" dirty="0">
                <a:solidFill>
                  <a:srgbClr val="000000"/>
                </a:solidFill>
              </a:rPr>
              <a:t>Praca:</a:t>
            </a:r>
          </a:p>
          <a:p>
            <a:pPr marL="171450" indent="-171450" defTabSz="932563">
              <a:spcBef>
                <a:spcPts val="588"/>
              </a:spcBef>
              <a:buFont typeface="Arial" panose="020B0604020202020204" pitchFamily="34" charset="0"/>
              <a:buChar char="•"/>
              <a:defRPr/>
            </a:pPr>
            <a:r>
              <a:rPr lang="pl-PL" sz="1176" kern="0" dirty="0">
                <a:solidFill>
                  <a:srgbClr val="000000"/>
                </a:solidFill>
              </a:rPr>
              <a:t>Regionalna Dyrekcja Lasów Państwowych w Gdańsku</a:t>
            </a:r>
          </a:p>
          <a:p>
            <a:pPr marL="171450" indent="-171450" defTabSz="932563">
              <a:spcBef>
                <a:spcPts val="588"/>
              </a:spcBef>
              <a:buFont typeface="Arial" panose="020B0604020202020204" pitchFamily="34" charset="0"/>
              <a:buChar char="•"/>
              <a:defRPr/>
            </a:pPr>
            <a:r>
              <a:rPr lang="pl-PL" sz="1176" kern="0" dirty="0" err="1">
                <a:solidFill>
                  <a:srgbClr val="000000"/>
                </a:solidFill>
              </a:rPr>
              <a:t>Frelancer</a:t>
            </a:r>
            <a:r>
              <a:rPr lang="pl-PL" sz="1176" kern="0" dirty="0">
                <a:solidFill>
                  <a:srgbClr val="000000"/>
                </a:solidFill>
              </a:rPr>
              <a:t> i trener: m.in. </a:t>
            </a:r>
            <a:r>
              <a:rPr lang="pl-PL" sz="1176" kern="0" dirty="0" err="1">
                <a:solidFill>
                  <a:srgbClr val="000000"/>
                </a:solidFill>
              </a:rPr>
              <a:t>Altkom</a:t>
            </a:r>
            <a:r>
              <a:rPr lang="pl-PL" sz="1176" kern="0" dirty="0">
                <a:solidFill>
                  <a:srgbClr val="000000"/>
                </a:solidFill>
              </a:rPr>
              <a:t> Akademia SA, …</a:t>
            </a:r>
            <a:endParaRPr lang="en-US" sz="1176" kern="0" dirty="0">
              <a:solidFill>
                <a:srgbClr val="000000"/>
              </a:solidFill>
            </a:endParaRPr>
          </a:p>
          <a:p>
            <a:pPr defTabSz="932563">
              <a:spcBef>
                <a:spcPts val="1176"/>
              </a:spcBef>
              <a:defRPr/>
            </a:pPr>
            <a:r>
              <a:rPr lang="en-US" sz="1176" b="1" kern="0" dirty="0" err="1">
                <a:solidFill>
                  <a:srgbClr val="000000"/>
                </a:solidFill>
              </a:rPr>
              <a:t>Certyfikaty</a:t>
            </a:r>
            <a:r>
              <a:rPr lang="en-US" sz="1176" b="1" kern="0" dirty="0">
                <a:solidFill>
                  <a:srgbClr val="000000"/>
                </a:solidFill>
              </a:rPr>
              <a:t>:</a:t>
            </a:r>
          </a:p>
          <a:p>
            <a:pPr marL="168072" indent="-168072" defTabSz="932563">
              <a:spcBef>
                <a:spcPts val="1176"/>
              </a:spcBef>
              <a:buFont typeface="Arial" panose="020B0604020202020204" pitchFamily="34" charset="0"/>
              <a:buChar char="•"/>
              <a:defRPr/>
            </a:pPr>
            <a:r>
              <a:rPr lang="en-US" sz="980" kern="0" dirty="0">
                <a:solidFill>
                  <a:srgbClr val="000000"/>
                </a:solidFill>
              </a:rPr>
              <a:t>Microsoft: </a:t>
            </a:r>
            <a:r>
              <a:rPr lang="en-US" sz="980" kern="0" dirty="0" err="1">
                <a:solidFill>
                  <a:srgbClr val="000000"/>
                </a:solidFill>
              </a:rPr>
              <a:t>MCT</a:t>
            </a:r>
            <a:r>
              <a:rPr lang="en-US" sz="980" kern="0" dirty="0">
                <a:solidFill>
                  <a:srgbClr val="000000"/>
                </a:solidFill>
              </a:rPr>
              <a:t>, </a:t>
            </a:r>
            <a:r>
              <a:rPr lang="en-US" sz="980" kern="0" dirty="0" err="1">
                <a:solidFill>
                  <a:srgbClr val="000000"/>
                </a:solidFill>
              </a:rPr>
              <a:t>MCSE</a:t>
            </a:r>
            <a:r>
              <a:rPr lang="en-US" sz="980" kern="0" dirty="0">
                <a:solidFill>
                  <a:srgbClr val="000000"/>
                </a:solidFill>
              </a:rPr>
              <a:t>, </a:t>
            </a:r>
            <a:r>
              <a:rPr lang="en-US" sz="980" kern="0" dirty="0" err="1">
                <a:solidFill>
                  <a:srgbClr val="000000"/>
                </a:solidFill>
              </a:rPr>
              <a:t>MCSA</a:t>
            </a:r>
            <a:r>
              <a:rPr lang="en-US" sz="980" kern="0" dirty="0">
                <a:solidFill>
                  <a:srgbClr val="000000"/>
                </a:solidFill>
              </a:rPr>
              <a:t>, </a:t>
            </a:r>
            <a:r>
              <a:rPr lang="en-US" sz="980" kern="0" dirty="0" err="1">
                <a:solidFill>
                  <a:srgbClr val="000000"/>
                </a:solidFill>
              </a:rPr>
              <a:t>MCITP</a:t>
            </a:r>
            <a:r>
              <a:rPr lang="en-US" sz="980" kern="0" dirty="0">
                <a:solidFill>
                  <a:srgbClr val="000000"/>
                </a:solidFill>
              </a:rPr>
              <a:t>, </a:t>
            </a:r>
            <a:r>
              <a:rPr lang="en-US" sz="980" kern="0" dirty="0" err="1">
                <a:solidFill>
                  <a:srgbClr val="000000"/>
                </a:solidFill>
              </a:rPr>
              <a:t>MCTS</a:t>
            </a:r>
            <a:r>
              <a:rPr lang="en-US" sz="980" kern="0" dirty="0">
                <a:solidFill>
                  <a:srgbClr val="000000"/>
                </a:solidFill>
              </a:rPr>
              <a:t>, </a:t>
            </a:r>
            <a:r>
              <a:rPr lang="en-US" sz="980" kern="0" dirty="0" err="1">
                <a:solidFill>
                  <a:srgbClr val="000000"/>
                </a:solidFill>
              </a:rPr>
              <a:t>MCP</a:t>
            </a:r>
            <a:endParaRPr lang="en-US" sz="980" kern="0" dirty="0">
              <a:solidFill>
                <a:srgbClr val="000000"/>
              </a:solidFill>
            </a:endParaRPr>
          </a:p>
          <a:p>
            <a:pPr marL="168072" indent="-168072" defTabSz="932563">
              <a:spcBef>
                <a:spcPts val="1176"/>
              </a:spcBef>
              <a:buFont typeface="Arial" panose="020B0604020202020204" pitchFamily="34" charset="0"/>
              <a:buChar char="•"/>
              <a:defRPr/>
            </a:pPr>
            <a:r>
              <a:rPr lang="en-US" sz="980" kern="0" dirty="0">
                <a:solidFill>
                  <a:srgbClr val="000000"/>
                </a:solidFill>
              </a:rPr>
              <a:t>Microsoft Azure: </a:t>
            </a:r>
            <a:r>
              <a:rPr lang="pl-PL" sz="980" kern="0" dirty="0">
                <a:solidFill>
                  <a:srgbClr val="000000"/>
                </a:solidFill>
              </a:rPr>
              <a:t>Solutions </a:t>
            </a:r>
            <a:r>
              <a:rPr lang="en-US" sz="980" kern="0" dirty="0">
                <a:solidFill>
                  <a:srgbClr val="000000"/>
                </a:solidFill>
              </a:rPr>
              <a:t>Architect</a:t>
            </a:r>
            <a:r>
              <a:rPr lang="pl-PL" sz="980" kern="0" dirty="0">
                <a:solidFill>
                  <a:srgbClr val="000000"/>
                </a:solidFill>
              </a:rPr>
              <a:t> </a:t>
            </a:r>
            <a:r>
              <a:rPr lang="pl-PL" sz="980" kern="0" dirty="0" err="1">
                <a:solidFill>
                  <a:srgbClr val="000000"/>
                </a:solidFill>
              </a:rPr>
              <a:t>Expert</a:t>
            </a:r>
            <a:r>
              <a:rPr lang="en-US" sz="980" kern="0" dirty="0">
                <a:solidFill>
                  <a:srgbClr val="000000"/>
                </a:solidFill>
              </a:rPr>
              <a:t>, Security</a:t>
            </a:r>
            <a:r>
              <a:rPr lang="pl-PL" sz="980" kern="0" dirty="0">
                <a:solidFill>
                  <a:srgbClr val="000000"/>
                </a:solidFill>
              </a:rPr>
              <a:t> </a:t>
            </a:r>
            <a:r>
              <a:rPr lang="pl-PL" sz="980" kern="0" dirty="0" err="1">
                <a:solidFill>
                  <a:srgbClr val="000000"/>
                </a:solidFill>
              </a:rPr>
              <a:t>Engineer</a:t>
            </a:r>
            <a:r>
              <a:rPr lang="pl-PL" sz="980" kern="0" dirty="0">
                <a:solidFill>
                  <a:srgbClr val="000000"/>
                </a:solidFill>
              </a:rPr>
              <a:t>, Network </a:t>
            </a:r>
            <a:r>
              <a:rPr lang="pl-PL" sz="980" kern="0" dirty="0" err="1">
                <a:solidFill>
                  <a:srgbClr val="000000"/>
                </a:solidFill>
              </a:rPr>
              <a:t>Engineer</a:t>
            </a:r>
            <a:r>
              <a:rPr lang="en-US" sz="980" kern="0" dirty="0">
                <a:solidFill>
                  <a:srgbClr val="000000"/>
                </a:solidFill>
              </a:rPr>
              <a:t>, Administrator</a:t>
            </a:r>
          </a:p>
          <a:p>
            <a:pPr marL="168072" indent="-168072" defTabSz="932563">
              <a:spcBef>
                <a:spcPts val="1176"/>
              </a:spcBef>
              <a:buFont typeface="Arial" panose="020B0604020202020204" pitchFamily="34" charset="0"/>
              <a:buChar char="•"/>
              <a:defRPr/>
            </a:pPr>
            <a:r>
              <a:rPr lang="en-US" sz="980" kern="0" dirty="0">
                <a:solidFill>
                  <a:srgbClr val="000000"/>
                </a:solidFill>
              </a:rPr>
              <a:t>Microsoft Azure: Windows Server Hybrid Administrator</a:t>
            </a:r>
            <a:r>
              <a:rPr lang="pl-PL" sz="980" kern="0" dirty="0">
                <a:solidFill>
                  <a:srgbClr val="000000"/>
                </a:solidFill>
              </a:rPr>
              <a:t>, Azure Virtual </a:t>
            </a:r>
            <a:r>
              <a:rPr lang="pl-PL" sz="980" kern="0" dirty="0" err="1">
                <a:solidFill>
                  <a:srgbClr val="000000"/>
                </a:solidFill>
              </a:rPr>
              <a:t>Deskctop</a:t>
            </a:r>
            <a:r>
              <a:rPr lang="en-US" sz="980" kern="0" dirty="0">
                <a:solidFill>
                  <a:srgbClr val="000000"/>
                </a:solidFill>
              </a:rPr>
              <a:t> </a:t>
            </a:r>
            <a:endParaRPr lang="pl-PL" sz="980" kern="0" dirty="0">
              <a:solidFill>
                <a:srgbClr val="000000"/>
              </a:solidFill>
            </a:endParaRPr>
          </a:p>
          <a:p>
            <a:pPr marL="168072" indent="-168072" defTabSz="932563">
              <a:spcBef>
                <a:spcPts val="1176"/>
              </a:spcBef>
              <a:buFont typeface="Arial" panose="020B0604020202020204" pitchFamily="34" charset="0"/>
              <a:buChar char="•"/>
              <a:defRPr/>
            </a:pPr>
            <a:r>
              <a:rPr lang="en-US" sz="980" kern="0" dirty="0">
                <a:solidFill>
                  <a:srgbClr val="000000"/>
                </a:solidFill>
              </a:rPr>
              <a:t>Microsoft Azure AI: AI Engineer Associate</a:t>
            </a:r>
          </a:p>
          <a:p>
            <a:pPr marL="168072" indent="-168072" defTabSz="932563">
              <a:spcBef>
                <a:spcPts val="1176"/>
              </a:spcBef>
              <a:buFont typeface="Arial" panose="020B0604020202020204" pitchFamily="34" charset="0"/>
              <a:buChar char="•"/>
              <a:defRPr/>
            </a:pPr>
            <a:r>
              <a:rPr lang="en-US" sz="980" kern="0" dirty="0">
                <a:solidFill>
                  <a:srgbClr val="000000"/>
                </a:solidFill>
              </a:rPr>
              <a:t>Microsoft 365: </a:t>
            </a:r>
            <a:r>
              <a:rPr lang="pl-PL" sz="980" kern="0" dirty="0">
                <a:solidFill>
                  <a:srgbClr val="000000"/>
                </a:solidFill>
              </a:rPr>
              <a:t>E</a:t>
            </a:r>
            <a:r>
              <a:rPr lang="en-US" sz="980" kern="0" dirty="0" err="1">
                <a:solidFill>
                  <a:srgbClr val="000000"/>
                </a:solidFill>
              </a:rPr>
              <a:t>nterprise</a:t>
            </a:r>
            <a:r>
              <a:rPr lang="en-US" sz="980" kern="0" dirty="0">
                <a:solidFill>
                  <a:srgbClr val="000000"/>
                </a:solidFill>
              </a:rPr>
              <a:t> </a:t>
            </a:r>
            <a:r>
              <a:rPr lang="pl-PL" sz="980" kern="0" dirty="0">
                <a:solidFill>
                  <a:srgbClr val="000000"/>
                </a:solidFill>
              </a:rPr>
              <a:t>Administrator </a:t>
            </a:r>
            <a:r>
              <a:rPr lang="pl-PL" sz="980" kern="0" dirty="0" err="1">
                <a:solidFill>
                  <a:srgbClr val="000000"/>
                </a:solidFill>
              </a:rPr>
              <a:t>Expert</a:t>
            </a:r>
            <a:r>
              <a:rPr lang="pl-PL" sz="980" kern="0" dirty="0">
                <a:solidFill>
                  <a:srgbClr val="000000"/>
                </a:solidFill>
              </a:rPr>
              <a:t>, </a:t>
            </a:r>
            <a:r>
              <a:rPr lang="en-US" sz="980" kern="0" dirty="0">
                <a:solidFill>
                  <a:srgbClr val="000000"/>
                </a:solidFill>
              </a:rPr>
              <a:t>Modern Desktop Administrator</a:t>
            </a:r>
          </a:p>
          <a:p>
            <a:pPr marL="168072" indent="-168072" defTabSz="932563">
              <a:spcBef>
                <a:spcPts val="1176"/>
              </a:spcBef>
              <a:buFont typeface="Arial" panose="020B0604020202020204" pitchFamily="34" charset="0"/>
              <a:buChar char="•"/>
              <a:defRPr/>
            </a:pPr>
            <a:r>
              <a:rPr lang="en-US" sz="980" kern="0" dirty="0">
                <a:solidFill>
                  <a:srgbClr val="000000"/>
                </a:solidFill>
              </a:rPr>
              <a:t>VMware: VCP-DCV202</a:t>
            </a:r>
            <a:r>
              <a:rPr lang="pl-PL" sz="980" kern="0" dirty="0">
                <a:solidFill>
                  <a:srgbClr val="000000"/>
                </a:solidFill>
              </a:rPr>
              <a:t>3</a:t>
            </a:r>
            <a:r>
              <a:rPr lang="en-US" sz="980" kern="0" dirty="0">
                <a:solidFill>
                  <a:srgbClr val="000000"/>
                </a:solidFill>
              </a:rPr>
              <a:t>, VCP-DCV2020, VCP-DCV6.5, VCP-DCV</a:t>
            </a:r>
            <a:endParaRPr lang="pl-PL" sz="980" kern="0" dirty="0">
              <a:solidFill>
                <a:srgbClr val="000000"/>
              </a:solidFill>
            </a:endParaRPr>
          </a:p>
          <a:p>
            <a:pPr marL="168072" indent="-168072" defTabSz="932563">
              <a:spcBef>
                <a:spcPts val="1176"/>
              </a:spcBef>
              <a:buFont typeface="Arial" panose="020B0604020202020204" pitchFamily="34" charset="0"/>
              <a:buChar char="•"/>
              <a:defRPr/>
            </a:pPr>
            <a:r>
              <a:rPr lang="en-US" sz="980" kern="0" dirty="0">
                <a:solidFill>
                  <a:srgbClr val="000000"/>
                </a:solidFill>
              </a:rPr>
              <a:t>AWS Certified: Cloud Practitioner</a:t>
            </a:r>
          </a:p>
          <a:p>
            <a:pPr marL="168072" indent="-168072" defTabSz="932563">
              <a:spcBef>
                <a:spcPts val="1176"/>
              </a:spcBef>
              <a:buFont typeface="Arial" panose="020B0604020202020204" pitchFamily="34" charset="0"/>
              <a:buChar char="•"/>
              <a:defRPr/>
            </a:pPr>
            <a:r>
              <a:rPr lang="en-US" sz="980" kern="0" dirty="0">
                <a:solidFill>
                  <a:srgbClr val="000000"/>
                </a:solidFill>
              </a:rPr>
              <a:t>AXELOS: ITIL v4 Foundation </a:t>
            </a:r>
            <a:r>
              <a:rPr lang="en-US" sz="980" kern="0" dirty="0" err="1">
                <a:solidFill>
                  <a:srgbClr val="000000"/>
                </a:solidFill>
              </a:rPr>
              <a:t>CPD</a:t>
            </a:r>
            <a:endParaRPr lang="en-US" sz="980" kern="0" dirty="0">
              <a:solidFill>
                <a:srgbClr val="000000"/>
              </a:solidFill>
            </a:endParaRPr>
          </a:p>
        </p:txBody>
      </p:sp>
      <p:sp>
        <p:nvSpPr>
          <p:cNvPr id="52" name="Title 5">
            <a:extLst>
              <a:ext uri="{FF2B5EF4-FFF2-40B4-BE49-F238E27FC236}">
                <a16:creationId xmlns:a16="http://schemas.microsoft.com/office/drawing/2014/main" id="{E5079116-B907-7CA9-823C-7BFD0BCEB453}"/>
              </a:ext>
            </a:extLst>
          </p:cNvPr>
          <p:cNvSpPr txBox="1">
            <a:spLocks/>
          </p:cNvSpPr>
          <p:nvPr/>
        </p:nvSpPr>
        <p:spPr>
          <a:xfrm>
            <a:off x="202883" y="585788"/>
            <a:ext cx="5748337" cy="369332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2400" dirty="0"/>
              <a:t>Cześć!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5716692F-A7B7-2222-188D-A8D403A5A72D}"/>
              </a:ext>
            </a:extLst>
          </p:cNvPr>
          <p:cNvSpPr txBox="1">
            <a:spLocks/>
          </p:cNvSpPr>
          <p:nvPr/>
        </p:nvSpPr>
        <p:spPr>
          <a:xfrm>
            <a:off x="202883" y="1085850"/>
            <a:ext cx="421751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pl-PL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Segoe UI" panose="020B0502040204020203" pitchFamily="34" charset="0"/>
              </a:rPr>
              <a:t>Kim jestem i czym się zajmuję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54" name="Symbol zastępczy obrazu 11">
            <a:extLst>
              <a:ext uri="{FF2B5EF4-FFF2-40B4-BE49-F238E27FC236}">
                <a16:creationId xmlns:a16="http://schemas.microsoft.com/office/drawing/2014/main" id="{194B7B57-B332-1B09-9A12-64D48779383A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442" r="442"/>
          <a:stretch>
            <a:fillRect/>
          </a:stretch>
        </p:blipFill>
        <p:spPr>
          <a:xfrm>
            <a:off x="4711096" y="124222"/>
            <a:ext cx="1281142" cy="1292463"/>
          </a:xfrm>
          <a:prstGeom prst="roundRect">
            <a:avLst>
              <a:gd name="adj" fmla="val 21738"/>
            </a:avLst>
          </a:prstGeom>
          <a:effectLst>
            <a:reflection blurRad="6350" stA="52000" endA="300" endPos="35000" dir="5400000" sy="-100000" algn="bl" rotWithShape="0"/>
          </a:effectLst>
        </p:spPr>
      </p:pic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4A6A2F0E-11A1-89C2-62FA-DF90C909976F}"/>
              </a:ext>
            </a:extLst>
          </p:cNvPr>
          <p:cNvSpPr txBox="1">
            <a:spLocks/>
          </p:cNvSpPr>
          <p:nvPr/>
        </p:nvSpPr>
        <p:spPr>
          <a:xfrm>
            <a:off x="355554" y="6300787"/>
            <a:ext cx="3586534" cy="447400"/>
          </a:xfrm>
          <a:prstGeom prst="rect">
            <a:avLst/>
          </a:prstGeom>
        </p:spPr>
        <p:txBody>
          <a:bodyPr lIns="0" tIns="0" rIns="0" bIns="0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solidFill>
                  <a:srgbClr val="3399FF"/>
                </a:solidFill>
                <a:hlinkClick r:id="rId2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</a:t>
            </a:r>
            <a:r>
              <a:rPr lang="en-US" sz="1300" dirty="0" err="1">
                <a:solidFill>
                  <a:srgbClr val="3399FF"/>
                </a:solidFill>
                <a:hlinkClick r:id="rId2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sebastianstybe</a:t>
            </a:r>
            <a:r>
              <a:rPr lang="pl-PL" sz="1300" dirty="0">
                <a:solidFill>
                  <a:srgbClr val="3399FF"/>
                </a:solidFill>
                <a:hlinkClick r:id="rId2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</a:t>
            </a:r>
            <a:endParaRPr lang="en-US" sz="1300" dirty="0">
              <a:solidFill>
                <a:srgbClr val="3399FF"/>
              </a:solidFill>
            </a:endParaRPr>
          </a:p>
          <a:p>
            <a:pPr marL="0" indent="0">
              <a:buNone/>
            </a:pPr>
            <a:r>
              <a:rPr lang="en-US" sz="1300" dirty="0" err="1">
                <a:solidFill>
                  <a:srgbClr val="3399FF"/>
                </a:solidFill>
                <a:hlinkClick r:id="rId2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sebastian.stybel</a:t>
            </a:r>
            <a:r>
              <a:rPr lang="en-US" sz="1300" dirty="0">
                <a:solidFill>
                  <a:srgbClr val="3399FF"/>
                </a:solidFill>
                <a:hlinkClick r:id="rId2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</a:t>
            </a:r>
            <a:r>
              <a:rPr lang="pl-PL" sz="1300" dirty="0">
                <a:solidFill>
                  <a:srgbClr val="3399FF"/>
                </a:solidFill>
                <a:hlinkClick r:id="rId2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bono-it.pl</a:t>
            </a:r>
            <a:r>
              <a:rPr lang="pl-PL" sz="1300" dirty="0">
                <a:solidFill>
                  <a:srgbClr val="3399FF"/>
                </a:solidFill>
              </a:rPr>
              <a:t>  |  </a:t>
            </a:r>
            <a:r>
              <a:rPr lang="pl-PL" sz="1300" dirty="0">
                <a:solidFill>
                  <a:srgbClr val="3399FF"/>
                </a:solidFill>
                <a:hlinkClick r:id="rId2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www.bono-it.pl</a:t>
            </a:r>
            <a:r>
              <a:rPr lang="pl-PL" sz="1300" dirty="0">
                <a:solidFill>
                  <a:srgbClr val="3399FF"/>
                </a:solidFill>
              </a:rPr>
              <a:t> </a:t>
            </a:r>
            <a:endParaRPr lang="en-US" sz="1300" dirty="0">
              <a:solidFill>
                <a:srgbClr val="3399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6867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ytuł 10">
            <a:extLst>
              <a:ext uri="{FF2B5EF4-FFF2-40B4-BE49-F238E27FC236}">
                <a16:creationId xmlns:a16="http://schemas.microsoft.com/office/drawing/2014/main" id="{23418ADF-358F-4647-A511-FCFFEDA83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507200"/>
            <a:ext cx="4500562" cy="1562959"/>
          </a:xfrm>
        </p:spPr>
        <p:txBody>
          <a:bodyPr rtlCol="0"/>
          <a:lstStyle/>
          <a:p>
            <a:pPr rtl="0"/>
            <a:r>
              <a:rPr lang="pl" dirty="0"/>
              <a:t>Rynek SMB w Polsce</a:t>
            </a:r>
          </a:p>
        </p:txBody>
      </p:sp>
      <p:pic>
        <p:nvPicPr>
          <p:cNvPr id="18" name="Obraz — symbol zastępczy 17" descr="Grupa osób siedzących przy stole">
            <a:extLst>
              <a:ext uri="{FF2B5EF4-FFF2-40B4-BE49-F238E27FC236}">
                <a16:creationId xmlns:a16="http://schemas.microsoft.com/office/drawing/2014/main" id="{E2536017-F539-430C-A901-70AB81CA612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3054096" cy="3776472"/>
          </a:xfrm>
        </p:spPr>
      </p:pic>
      <p:pic>
        <p:nvPicPr>
          <p:cNvPr id="20" name="Obraz — symbol zastępczy 19" descr="Cyfrowe tło punktów danych">
            <a:extLst>
              <a:ext uri="{FF2B5EF4-FFF2-40B4-BE49-F238E27FC236}">
                <a16:creationId xmlns:a16="http://schemas.microsoft.com/office/drawing/2014/main" id="{528A7D8D-1AB5-46C4-93FA-D92C2FD5169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54096" y="0"/>
            <a:ext cx="3054096" cy="3776472"/>
          </a:xfrm>
        </p:spPr>
      </p:pic>
      <p:pic>
        <p:nvPicPr>
          <p:cNvPr id="23" name="Obraz — symbol zastępczy 22" descr="Osoba rysująca na białej tablicy">
            <a:extLst>
              <a:ext uri="{FF2B5EF4-FFF2-40B4-BE49-F238E27FC236}">
                <a16:creationId xmlns:a16="http://schemas.microsoft.com/office/drawing/2014/main" id="{2B3C4F95-A0FA-45D9-BF43-1C398F65B891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83808" y="0"/>
            <a:ext cx="3054096" cy="3776472"/>
          </a:xfrm>
        </p:spPr>
      </p:pic>
      <p:pic>
        <p:nvPicPr>
          <p:cNvPr id="25" name="Obraz — symbol zastępczy 24" descr="Ekran wykresu cyfrowego">
            <a:extLst>
              <a:ext uri="{FF2B5EF4-FFF2-40B4-BE49-F238E27FC236}">
                <a16:creationId xmlns:a16="http://schemas.microsoft.com/office/drawing/2014/main" id="{B7353C46-ACC1-4078-85C2-26B57B0E58B7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7904" y="0"/>
            <a:ext cx="3054096" cy="3776472"/>
          </a:xfrm>
        </p:spPr>
      </p:pic>
      <p:sp>
        <p:nvSpPr>
          <p:cNvPr id="12" name="Zawartość — symbol zastępczy 11">
            <a:extLst>
              <a:ext uri="{FF2B5EF4-FFF2-40B4-BE49-F238E27FC236}">
                <a16:creationId xmlns:a16="http://schemas.microsoft.com/office/drawing/2014/main" id="{E5127060-CDBF-435F-9009-A5451CCE305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62563" y="4508500"/>
            <a:ext cx="6221412" cy="1865406"/>
          </a:xfrm>
          <a:noFill/>
        </p:spPr>
        <p:txBody>
          <a:bodyPr rtlCol="0">
            <a:normAutofit fontScale="85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l-PL" b="1" u="none" strike="noStrike" dirty="0">
                <a:solidFill>
                  <a:schemeClr val="tx1">
                    <a:alpha val="90000"/>
                  </a:schemeClr>
                </a:solidFill>
                <a:effectLst/>
                <a:latin typeface="Google Sans"/>
              </a:rPr>
              <a:t>Ogólne definicje wielkości (SMB/MŚP)</a:t>
            </a:r>
            <a:endParaRPr lang="pl-PL" b="1" u="none" strike="noStrike" baseline="30000" dirty="0">
              <a:solidFill>
                <a:schemeClr val="tx1">
                  <a:alpha val="90000"/>
                </a:schemeClr>
              </a:solidFill>
              <a:effectLst/>
              <a:latin typeface="Google Sans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b="1" u="none" strike="noStrike" dirty="0">
                <a:solidFill>
                  <a:schemeClr val="tx1">
                    <a:alpha val="90000"/>
                  </a:schemeClr>
                </a:solidFill>
                <a:effectLst/>
                <a:latin typeface="Google Sans"/>
              </a:rPr>
              <a:t>Mała firma:</a:t>
            </a:r>
            <a:r>
              <a:rPr lang="pl-PL" b="0" u="none" strike="noStrike" dirty="0">
                <a:solidFill>
                  <a:schemeClr val="tx1">
                    <a:alpha val="90000"/>
                  </a:schemeClr>
                </a:solidFill>
                <a:effectLst/>
                <a:latin typeface="Google Sans"/>
              </a:rPr>
              <a:t> Zazwyczaj zatrudnia od 1 do 20-50 pracowników.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b="1" u="none" strike="noStrike" dirty="0">
                <a:solidFill>
                  <a:schemeClr val="tx1">
                    <a:alpha val="90000"/>
                  </a:schemeClr>
                </a:solidFill>
                <a:effectLst/>
                <a:latin typeface="Google Sans"/>
              </a:rPr>
              <a:t>Średnia firma:</a:t>
            </a:r>
            <a:r>
              <a:rPr lang="pl-PL" b="0" u="none" strike="noStrike" dirty="0">
                <a:solidFill>
                  <a:schemeClr val="tx1">
                    <a:alpha val="90000"/>
                  </a:schemeClr>
                </a:solidFill>
                <a:effectLst/>
                <a:latin typeface="Google Sans"/>
              </a:rPr>
              <a:t> Zatrudnia od 50 do 250 pracowników.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b="1" u="none" strike="noStrike" dirty="0">
                <a:solidFill>
                  <a:schemeClr val="tx1">
                    <a:alpha val="90000"/>
                  </a:schemeClr>
                </a:solidFill>
                <a:effectLst/>
                <a:latin typeface="Google Sans"/>
              </a:rPr>
              <a:t>Sektor SMB (łącznie):</a:t>
            </a:r>
            <a:r>
              <a:rPr lang="pl-PL" b="0" u="none" strike="noStrike" dirty="0">
                <a:solidFill>
                  <a:schemeClr val="tx1">
                    <a:alpha val="90000"/>
                  </a:schemeClr>
                </a:solidFill>
                <a:effectLst/>
                <a:latin typeface="Google Sans"/>
              </a:rPr>
              <a:t> Najczęściej przyjmuje się, że są to firmy zatrudniające od 10 do 500 osób, chociaż definicje mogą różnić się w zależności od regionu i branży.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06A3302E-502D-4151-81C9-5FD6AF959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9150" y="6507212"/>
            <a:ext cx="6379210" cy="153888"/>
          </a:xfrm>
        </p:spPr>
        <p:txBody>
          <a:bodyPr rtlCol="0"/>
          <a:lstStyle/>
          <a:p>
            <a:pPr rtl="0"/>
            <a:r>
              <a:rPr lang="pl" dirty="0"/>
              <a:t>Copyright © 2026 www.BONO-IT.pl, Sebastian Stybel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9ED907F8-C614-4D59-A03F-BF9CD5E35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en-US" smtClean="0"/>
              <a:pPr rtl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886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046426E-F6F6-4A7C-9181-8C3090996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549275"/>
            <a:ext cx="3565524" cy="1997855"/>
          </a:xfrm>
        </p:spPr>
        <p:txBody>
          <a:bodyPr rtlCol="0"/>
          <a:lstStyle/>
          <a:p>
            <a:pPr rtl="0"/>
            <a:r>
              <a:rPr lang="pl" dirty="0"/>
              <a:t>Plan spotkania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D3B60D6F-4D0F-4D33-B2A7-159C8583F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677306"/>
            <a:ext cx="4573796" cy="3829906"/>
          </a:xfrm>
        </p:spPr>
        <p:txBody>
          <a:bodyPr rtlCol="0"/>
          <a:lstStyle/>
          <a:p>
            <a:pPr rtl="0"/>
            <a:r>
              <a:rPr lang="pl" dirty="0"/>
              <a:t>Scenariusze</a:t>
            </a:r>
          </a:p>
          <a:p>
            <a:pPr rtl="0"/>
            <a:r>
              <a:rPr lang="pl" dirty="0"/>
              <a:t>Wdrożenie Entra</a:t>
            </a:r>
          </a:p>
          <a:p>
            <a:pPr rtl="0"/>
            <a:r>
              <a:rPr lang="pl" dirty="0"/>
              <a:t>Subskrypcje i licencje M365</a:t>
            </a:r>
          </a:p>
          <a:p>
            <a:pPr rtl="0"/>
            <a:r>
              <a:rPr lang="pl" dirty="0"/>
              <a:t>Oswajanie Intune </a:t>
            </a:r>
          </a:p>
          <a:p>
            <a:pPr rtl="0"/>
            <a:r>
              <a:rPr lang="pl" dirty="0"/>
              <a:t>Co z On-Prem? Czy tylko chmura?</a:t>
            </a:r>
          </a:p>
          <a:p>
            <a:pPr rtl="0"/>
            <a:r>
              <a:rPr lang="pl" dirty="0"/>
              <a:t>Ile to kosztuje? Jak to sfinansować?</a:t>
            </a:r>
          </a:p>
          <a:p>
            <a:pPr rtl="0"/>
            <a:endParaRPr lang="en-US" dirty="0"/>
          </a:p>
        </p:txBody>
      </p:sp>
      <p:pic>
        <p:nvPicPr>
          <p:cNvPr id="8" name="Obraz — symbol zastępczy 7" descr="Dane cyfrowe">
            <a:extLst>
              <a:ext uri="{FF2B5EF4-FFF2-40B4-BE49-F238E27FC236}">
                <a16:creationId xmlns:a16="http://schemas.microsoft.com/office/drawing/2014/main" id="{06D2324F-3B7B-45EF-9584-C8EADD2C8C0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08928" y="1596771"/>
            <a:ext cx="3448558" cy="3448558"/>
          </a:xfrm>
        </p:spPr>
      </p:pic>
      <p:pic>
        <p:nvPicPr>
          <p:cNvPr id="10" name="Obraz — symbol zastępczy 9" descr="Punkty danych ">
            <a:extLst>
              <a:ext uri="{FF2B5EF4-FFF2-40B4-BE49-F238E27FC236}">
                <a16:creationId xmlns:a16="http://schemas.microsoft.com/office/drawing/2014/main" id="{71F862F9-0E8A-4DB9-8083-1C3AA6E5D77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18575" y="596392"/>
            <a:ext cx="2263776" cy="2263776"/>
          </a:xfrm>
        </p:spPr>
      </p:pic>
      <p:pic>
        <p:nvPicPr>
          <p:cNvPr id="12" name="Obraz — symbol zastępczy 11" descr="Tło danych">
            <a:extLst>
              <a:ext uri="{FF2B5EF4-FFF2-40B4-BE49-F238E27FC236}">
                <a16:creationId xmlns:a16="http://schemas.microsoft.com/office/drawing/2014/main" id="{A63F39B9-0715-40B5-8ECB-9B983F99C69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91612" y="3324733"/>
            <a:ext cx="2936876" cy="2936876"/>
          </a:xfrm>
        </p:spPr>
      </p:pic>
      <p:sp>
        <p:nvSpPr>
          <p:cNvPr id="15" name="Numer slajdu — symbol zastępczy 14">
            <a:extLst>
              <a:ext uri="{FF2B5EF4-FFF2-40B4-BE49-F238E27FC236}">
                <a16:creationId xmlns:a16="http://schemas.microsoft.com/office/drawing/2014/main" id="{3B199C97-F175-437D-8311-DB662925C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en-US" smtClean="0"/>
              <a:pPr rtl="0"/>
              <a:t>4</a:t>
            </a:fld>
            <a:endParaRPr lang="en-US"/>
          </a:p>
        </p:txBody>
      </p:sp>
      <p:sp>
        <p:nvSpPr>
          <p:cNvPr id="4" name="Stopka — symbol zastępczy 4">
            <a:extLst>
              <a:ext uri="{FF2B5EF4-FFF2-40B4-BE49-F238E27FC236}">
                <a16:creationId xmlns:a16="http://schemas.microsoft.com/office/drawing/2014/main" id="{675F063D-DF3A-E4A9-BAEA-FFD5E5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9150" y="6507212"/>
            <a:ext cx="6379210" cy="153888"/>
          </a:xfrm>
        </p:spPr>
        <p:txBody>
          <a:bodyPr rtlCol="0"/>
          <a:lstStyle/>
          <a:p>
            <a:pPr rtl="0"/>
            <a:r>
              <a:rPr lang="pl" dirty="0"/>
              <a:t>Copyright © 2026 www.BONO-IT.pl, Sebastian Stybel</a:t>
            </a:r>
          </a:p>
        </p:txBody>
      </p:sp>
    </p:spTree>
    <p:extLst>
      <p:ext uri="{BB962C8B-B14F-4D97-AF65-F5344CB8AC3E}">
        <p14:creationId xmlns:p14="http://schemas.microsoft.com/office/powerpoint/2010/main" val="2313234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Dowolny kształt: Kształt 33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12445" y="481888"/>
            <a:ext cx="1080000" cy="1262947"/>
          </a:xfrm>
          <a:custGeom>
            <a:avLst/>
            <a:gdLst/>
            <a:ahLst/>
            <a:cxnLst/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/>
          </a:p>
        </p:txBody>
      </p:sp>
      <p:sp>
        <p:nvSpPr>
          <p:cNvPr id="36" name="Owal 35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/>
          </a:p>
        </p:txBody>
      </p:sp>
      <p:sp>
        <p:nvSpPr>
          <p:cNvPr id="38" name="Owal 37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/>
          </a:p>
        </p:txBody>
      </p:sp>
      <p:grpSp>
        <p:nvGrpSpPr>
          <p:cNvPr id="40" name="Grupa 39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41" name="Dowolny kształt: Kształt 40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42" name="Dowolny kształt: Kształt 41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3" name="Owal 42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44" name="Owal 43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US"/>
            </a:p>
          </p:txBody>
        </p:sp>
      </p:grpSp>
      <p:sp useBgFill="1">
        <p:nvSpPr>
          <p:cNvPr id="46" name="Prostokąt 45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pic>
        <p:nvPicPr>
          <p:cNvPr id="8" name="Obraz — symbol zastępczy 7" descr="Cyfrowe tło punktów danych">
            <a:extLst>
              <a:ext uri="{FF2B5EF4-FFF2-40B4-BE49-F238E27FC236}">
                <a16:creationId xmlns:a16="http://schemas.microsoft.com/office/drawing/2014/main" id="{5FED7C55-F545-49A1-90FD-D853A25AB45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48" name="Prostokąt 47">
            <a:extLst>
              <a:ext uri="{FF2B5EF4-FFF2-40B4-BE49-F238E27FC236}">
                <a16:creationId xmlns:a16="http://schemas.microsoft.com/office/drawing/2014/main" id="{3C64A91D-E535-4C24-A0E3-96A3810E3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50" name="Prostokąt 49">
            <a:extLst>
              <a:ext uri="{FF2B5EF4-FFF2-40B4-BE49-F238E27FC236}">
                <a16:creationId xmlns:a16="http://schemas.microsoft.com/office/drawing/2014/main" id="{26FC4867-BA3E-4F8E-AB23-684F34DF3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3"/>
            <a:ext cx="9000000" cy="6857998"/>
          </a:xfrm>
          <a:prstGeom prst="rect">
            <a:avLst/>
          </a:prstGeom>
          <a:gradFill flip="none" rotWithShape="1">
            <a:gsLst>
              <a:gs pos="50000">
                <a:schemeClr val="bg2">
                  <a:alpha val="60000"/>
                </a:schemeClr>
              </a:gs>
              <a:gs pos="0">
                <a:schemeClr val="bg2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5" name="Tytuł 14">
            <a:extLst>
              <a:ext uri="{FF2B5EF4-FFF2-40B4-BE49-F238E27FC236}">
                <a16:creationId xmlns:a16="http://schemas.microsoft.com/office/drawing/2014/main" id="{40F1DF5B-353A-4270-8C10-6A1509441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5437187" cy="2986234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rtl="0">
              <a:lnSpc>
                <a:spcPct val="100000"/>
              </a:lnSpc>
            </a:pPr>
            <a:r>
              <a:rPr lang="pl-PL" sz="6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Scenariusze</a:t>
            </a:r>
            <a:endParaRPr lang="pl" sz="6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60021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a 24">
            <a:extLst>
              <a:ext uri="{FF2B5EF4-FFF2-40B4-BE49-F238E27FC236}">
                <a16:creationId xmlns:a16="http://schemas.microsoft.com/office/drawing/2014/main" id="{D10F3D66-0109-4903-90B9-66D0E288F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79261" y="2030035"/>
            <a:ext cx="1335600" cy="1262947"/>
            <a:chOff x="10145015" y="2343978"/>
            <a:chExt cx="1335600" cy="1262947"/>
          </a:xfrm>
        </p:grpSpPr>
        <p:sp>
          <p:nvSpPr>
            <p:cNvPr id="26" name="Dowolny kształt: Kształt 25">
              <a:extLst>
                <a:ext uri="{FF2B5EF4-FFF2-40B4-BE49-F238E27FC236}">
                  <a16:creationId xmlns:a16="http://schemas.microsoft.com/office/drawing/2014/main" id="{57DAB968-9B52-4EFF-AD39-7657DFEA6E48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27" name="Owal 26">
              <a:extLst>
                <a:ext uri="{FF2B5EF4-FFF2-40B4-BE49-F238E27FC236}">
                  <a16:creationId xmlns:a16="http://schemas.microsoft.com/office/drawing/2014/main" id="{962BE440-9634-4380-B142-5DB692420C52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US"/>
            </a:p>
          </p:txBody>
        </p:sp>
      </p:grpSp>
      <p:sp>
        <p:nvSpPr>
          <p:cNvPr id="7" name="Tytuł 6">
            <a:extLst>
              <a:ext uri="{FF2B5EF4-FFF2-40B4-BE49-F238E27FC236}">
                <a16:creationId xmlns:a16="http://schemas.microsoft.com/office/drawing/2014/main" id="{4B18D636-CC10-4B1E-AA38-419DCCF2D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rtlCol="0">
            <a:normAutofit/>
          </a:bodyPr>
          <a:lstStyle/>
          <a:p>
            <a:pPr rtl="0"/>
            <a:r>
              <a:rPr lang="pl" dirty="0"/>
              <a:t>Mikro firma </a:t>
            </a:r>
          </a:p>
        </p:txBody>
      </p:sp>
      <p:sp>
        <p:nvSpPr>
          <p:cNvPr id="9" name="Tekst — symbol zastępczy 8">
            <a:extLst>
              <a:ext uri="{FF2B5EF4-FFF2-40B4-BE49-F238E27FC236}">
                <a16:creationId xmlns:a16="http://schemas.microsoft.com/office/drawing/2014/main" id="{0D098C43-2F2A-4100-89BC-5931039293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731375"/>
            <a:ext cx="5437186" cy="535354"/>
          </a:xfrm>
        </p:spPr>
        <p:txBody>
          <a:bodyPr rtlCol="0"/>
          <a:lstStyle/>
          <a:p>
            <a:pPr rtl="0"/>
            <a:r>
              <a:rPr lang="pl" dirty="0"/>
              <a:t>Firma</a:t>
            </a:r>
            <a:endParaRPr lang="en-US" dirty="0"/>
          </a:p>
        </p:txBody>
      </p:sp>
      <p:sp>
        <p:nvSpPr>
          <p:cNvPr id="10" name="Zawartość — symbol zastępczy 9">
            <a:extLst>
              <a:ext uri="{FF2B5EF4-FFF2-40B4-BE49-F238E27FC236}">
                <a16:creationId xmlns:a16="http://schemas.microsoft.com/office/drawing/2014/main" id="{1DB251F7-EBE7-46AC-A920-FFE2C5AF68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427370"/>
            <a:ext cx="5429114" cy="3955501"/>
          </a:xfrm>
        </p:spPr>
        <p:txBody>
          <a:bodyPr rtlCol="0"/>
          <a:lstStyle/>
          <a:p>
            <a:pPr rtl="0"/>
            <a:r>
              <a:rPr lang="pl" dirty="0"/>
              <a:t>Wielkość firmy: 1 – 5 pracowników</a:t>
            </a:r>
          </a:p>
          <a:p>
            <a:pPr rtl="0"/>
            <a:r>
              <a:rPr lang="pl-PL" dirty="0"/>
              <a:t>Charakter </a:t>
            </a:r>
            <a:r>
              <a:rPr lang="pl" dirty="0"/>
              <a:t>pracy: </a:t>
            </a:r>
          </a:p>
          <a:p>
            <a:pPr lvl="1"/>
            <a:r>
              <a:rPr lang="pl" dirty="0"/>
              <a:t>W siedzibie firmy</a:t>
            </a:r>
          </a:p>
          <a:p>
            <a:pPr lvl="1"/>
            <a:r>
              <a:rPr lang="pl" dirty="0"/>
              <a:t>Zdalnie</a:t>
            </a:r>
          </a:p>
          <a:p>
            <a:r>
              <a:rPr lang="pl" dirty="0"/>
              <a:t>Biuro: Przeważnie wynajmowane</a:t>
            </a:r>
          </a:p>
          <a:p>
            <a:r>
              <a:rPr lang="pl" dirty="0"/>
              <a:t>Księgowość: Przeważnie zewnętrzna</a:t>
            </a:r>
          </a:p>
        </p:txBody>
      </p:sp>
      <p:sp>
        <p:nvSpPr>
          <p:cNvPr id="11" name="Tekst — symbol zastępczy 10">
            <a:extLst>
              <a:ext uri="{FF2B5EF4-FFF2-40B4-BE49-F238E27FC236}">
                <a16:creationId xmlns:a16="http://schemas.microsoft.com/office/drawing/2014/main" id="{60726BA7-44D6-4116-90E3-38325026EA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731375"/>
            <a:ext cx="5436392" cy="535354"/>
          </a:xfrm>
        </p:spPr>
        <p:txBody>
          <a:bodyPr rtlCol="0"/>
          <a:lstStyle/>
          <a:p>
            <a:pPr rtl="0"/>
            <a:r>
              <a:rPr lang="pl" dirty="0"/>
              <a:t>Infrastruktura IT</a:t>
            </a:r>
          </a:p>
        </p:txBody>
      </p:sp>
      <p:sp>
        <p:nvSpPr>
          <p:cNvPr id="12" name="Zawartość — symbol zastępczy 11">
            <a:extLst>
              <a:ext uri="{FF2B5EF4-FFF2-40B4-BE49-F238E27FC236}">
                <a16:creationId xmlns:a16="http://schemas.microsoft.com/office/drawing/2014/main" id="{7FB7F30B-2A84-4C44-BC5A-E826ED6E74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427370"/>
            <a:ext cx="5436391" cy="3515555"/>
          </a:xfrm>
        </p:spPr>
        <p:txBody>
          <a:bodyPr rtlCol="0"/>
          <a:lstStyle/>
          <a:p>
            <a:pPr rtl="0"/>
            <a:r>
              <a:rPr lang="pl" dirty="0"/>
              <a:t>Poczta: Darmowa lub ISP (np. Home.pl)</a:t>
            </a:r>
          </a:p>
          <a:p>
            <a:pPr rtl="0"/>
            <a:r>
              <a:rPr lang="pl" dirty="0"/>
              <a:t>Sieć: LAN lub/i WiFi</a:t>
            </a:r>
          </a:p>
          <a:p>
            <a:pPr rtl="0"/>
            <a:r>
              <a:rPr lang="pl" dirty="0"/>
              <a:t>Komputery: Laptopy – Windows 11 Pro</a:t>
            </a:r>
          </a:p>
          <a:p>
            <a:pPr rtl="0"/>
            <a:r>
              <a:rPr lang="pl" dirty="0"/>
              <a:t>Drukarki: Sieciowe urządzenia MFP</a:t>
            </a:r>
          </a:p>
          <a:p>
            <a:pPr rtl="0"/>
            <a:r>
              <a:rPr lang="pl" dirty="0"/>
              <a:t>Serwerownia: Brak lub jakaś macierz dyskowa – NAS (np. Synology)</a:t>
            </a:r>
          </a:p>
          <a:p>
            <a:pPr rtl="0"/>
            <a:endParaRPr lang="en-US" dirty="0"/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06A3302E-502D-4151-81C9-5FD6AF959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9150" y="6507212"/>
            <a:ext cx="6379210" cy="153888"/>
          </a:xfrm>
        </p:spPr>
        <p:txBody>
          <a:bodyPr rtlCol="0"/>
          <a:lstStyle/>
          <a:p>
            <a:pPr rtl="0"/>
            <a:r>
              <a:rPr lang="pl" dirty="0"/>
              <a:t>Copyright © 2026 www.BONO-IT.pl, Sebastian Stybel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9ED907F8-C614-4D59-A03F-BF9CD5E35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en-US" smtClean="0"/>
              <a:pPr rtl="0"/>
              <a:t>6</a:t>
            </a:fld>
            <a:endParaRPr lang="en-US"/>
          </a:p>
        </p:txBody>
      </p:sp>
      <p:sp>
        <p:nvSpPr>
          <p:cNvPr id="22" name="Dowolny kształt: Kształt 21">
            <a:extLst>
              <a:ext uri="{FF2B5EF4-FFF2-40B4-BE49-F238E27FC236}">
                <a16:creationId xmlns:a16="http://schemas.microsoft.com/office/drawing/2014/main" id="{C6F3814E-455F-456B-B1AF-7B993965A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4295775" y="0"/>
            <a:ext cx="360000" cy="274638"/>
          </a:xfrm>
          <a:custGeom>
            <a:avLst/>
            <a:gdLst>
              <a:gd name="connsiteX0" fmla="*/ 30714 w 360000"/>
              <a:gd name="connsiteY0" fmla="*/ 0 h 274638"/>
              <a:gd name="connsiteX1" fmla="*/ 329286 w 360000"/>
              <a:gd name="connsiteY1" fmla="*/ 0 h 274638"/>
              <a:gd name="connsiteX2" fmla="*/ 345855 w 360000"/>
              <a:gd name="connsiteY2" fmla="*/ 24574 h 274638"/>
              <a:gd name="connsiteX3" fmla="*/ 360000 w 360000"/>
              <a:gd name="connsiteY3" fmla="*/ 94638 h 274638"/>
              <a:gd name="connsiteX4" fmla="*/ 180000 w 360000"/>
              <a:gd name="connsiteY4" fmla="*/ 274638 h 274638"/>
              <a:gd name="connsiteX5" fmla="*/ 0 w 360000"/>
              <a:gd name="connsiteY5" fmla="*/ 94638 h 274638"/>
              <a:gd name="connsiteX6" fmla="*/ 14145 w 360000"/>
              <a:gd name="connsiteY6" fmla="*/ 24574 h 274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0" h="274638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460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a 24">
            <a:extLst>
              <a:ext uri="{FF2B5EF4-FFF2-40B4-BE49-F238E27FC236}">
                <a16:creationId xmlns:a16="http://schemas.microsoft.com/office/drawing/2014/main" id="{D10F3D66-0109-4903-90B9-66D0E288F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79261" y="2030035"/>
            <a:ext cx="1335600" cy="1262947"/>
            <a:chOff x="10145015" y="2343978"/>
            <a:chExt cx="1335600" cy="1262947"/>
          </a:xfrm>
        </p:grpSpPr>
        <p:sp>
          <p:nvSpPr>
            <p:cNvPr id="26" name="Dowolny kształt: Kształt 25">
              <a:extLst>
                <a:ext uri="{FF2B5EF4-FFF2-40B4-BE49-F238E27FC236}">
                  <a16:creationId xmlns:a16="http://schemas.microsoft.com/office/drawing/2014/main" id="{57DAB968-9B52-4EFF-AD39-7657DFEA6E48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27" name="Owal 26">
              <a:extLst>
                <a:ext uri="{FF2B5EF4-FFF2-40B4-BE49-F238E27FC236}">
                  <a16:creationId xmlns:a16="http://schemas.microsoft.com/office/drawing/2014/main" id="{962BE440-9634-4380-B142-5DB692420C52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US"/>
            </a:p>
          </p:txBody>
        </p:sp>
      </p:grpSp>
      <p:sp>
        <p:nvSpPr>
          <p:cNvPr id="7" name="Tytuł 6">
            <a:extLst>
              <a:ext uri="{FF2B5EF4-FFF2-40B4-BE49-F238E27FC236}">
                <a16:creationId xmlns:a16="http://schemas.microsoft.com/office/drawing/2014/main" id="{4B18D636-CC10-4B1E-AA38-419DCCF2D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rtlCol="0">
            <a:normAutofit/>
          </a:bodyPr>
          <a:lstStyle/>
          <a:p>
            <a:pPr rtl="0"/>
            <a:r>
              <a:rPr lang="pl" dirty="0"/>
              <a:t>Mała firma </a:t>
            </a:r>
          </a:p>
        </p:txBody>
      </p:sp>
      <p:sp>
        <p:nvSpPr>
          <p:cNvPr id="9" name="Tekst — symbol zastępczy 8">
            <a:extLst>
              <a:ext uri="{FF2B5EF4-FFF2-40B4-BE49-F238E27FC236}">
                <a16:creationId xmlns:a16="http://schemas.microsoft.com/office/drawing/2014/main" id="{0D098C43-2F2A-4100-89BC-5931039293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731375"/>
            <a:ext cx="5437186" cy="535354"/>
          </a:xfrm>
        </p:spPr>
        <p:txBody>
          <a:bodyPr rtlCol="0"/>
          <a:lstStyle/>
          <a:p>
            <a:pPr rtl="0"/>
            <a:r>
              <a:rPr lang="pl" dirty="0"/>
              <a:t>Firma</a:t>
            </a:r>
            <a:endParaRPr lang="en-US" dirty="0"/>
          </a:p>
        </p:txBody>
      </p:sp>
      <p:sp>
        <p:nvSpPr>
          <p:cNvPr id="10" name="Zawartość — symbol zastępczy 9">
            <a:extLst>
              <a:ext uri="{FF2B5EF4-FFF2-40B4-BE49-F238E27FC236}">
                <a16:creationId xmlns:a16="http://schemas.microsoft.com/office/drawing/2014/main" id="{1DB251F7-EBE7-46AC-A920-FFE2C5AF68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427370"/>
            <a:ext cx="5429114" cy="3955501"/>
          </a:xfrm>
        </p:spPr>
        <p:txBody>
          <a:bodyPr rtlCol="0"/>
          <a:lstStyle/>
          <a:p>
            <a:pPr rtl="0"/>
            <a:r>
              <a:rPr lang="pl" dirty="0"/>
              <a:t>Wielkość firmy: 6 – 25 pracowników</a:t>
            </a:r>
          </a:p>
          <a:p>
            <a:pPr rtl="0"/>
            <a:r>
              <a:rPr lang="pl-PL" dirty="0"/>
              <a:t>Charakter </a:t>
            </a:r>
            <a:r>
              <a:rPr lang="pl" dirty="0"/>
              <a:t>pracy: </a:t>
            </a:r>
          </a:p>
          <a:p>
            <a:pPr lvl="1"/>
            <a:r>
              <a:rPr lang="pl" dirty="0"/>
              <a:t>W siedzibie firmy</a:t>
            </a:r>
          </a:p>
          <a:p>
            <a:pPr lvl="1"/>
            <a:r>
              <a:rPr lang="pl" dirty="0"/>
              <a:t>Zdalnie</a:t>
            </a:r>
          </a:p>
          <a:p>
            <a:r>
              <a:rPr lang="pl" dirty="0"/>
              <a:t>Biuro:  Wynajmowane lub </a:t>
            </a:r>
            <a:r>
              <a:rPr lang="pl-PL" dirty="0"/>
              <a:t>własne</a:t>
            </a:r>
            <a:endParaRPr lang="pl" dirty="0"/>
          </a:p>
          <a:p>
            <a:r>
              <a:rPr lang="pl" dirty="0"/>
              <a:t>Księgowość: Zewnętrzna lub </a:t>
            </a:r>
            <a:r>
              <a:rPr lang="pl-PL" dirty="0"/>
              <a:t>własna</a:t>
            </a:r>
            <a:endParaRPr lang="pl" dirty="0"/>
          </a:p>
        </p:txBody>
      </p:sp>
      <p:sp>
        <p:nvSpPr>
          <p:cNvPr id="11" name="Tekst — symbol zastępczy 10">
            <a:extLst>
              <a:ext uri="{FF2B5EF4-FFF2-40B4-BE49-F238E27FC236}">
                <a16:creationId xmlns:a16="http://schemas.microsoft.com/office/drawing/2014/main" id="{60726BA7-44D6-4116-90E3-38325026EA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731375"/>
            <a:ext cx="5436392" cy="535354"/>
          </a:xfrm>
        </p:spPr>
        <p:txBody>
          <a:bodyPr rtlCol="0"/>
          <a:lstStyle/>
          <a:p>
            <a:pPr rtl="0"/>
            <a:r>
              <a:rPr lang="pl" dirty="0"/>
              <a:t>Infrastruktura IT</a:t>
            </a:r>
          </a:p>
        </p:txBody>
      </p:sp>
      <p:sp>
        <p:nvSpPr>
          <p:cNvPr id="12" name="Zawartość — symbol zastępczy 11">
            <a:extLst>
              <a:ext uri="{FF2B5EF4-FFF2-40B4-BE49-F238E27FC236}">
                <a16:creationId xmlns:a16="http://schemas.microsoft.com/office/drawing/2014/main" id="{7FB7F30B-2A84-4C44-BC5A-E826ED6E74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427370"/>
            <a:ext cx="5436391" cy="3515555"/>
          </a:xfrm>
        </p:spPr>
        <p:txBody>
          <a:bodyPr rtlCol="0"/>
          <a:lstStyle/>
          <a:p>
            <a:r>
              <a:rPr lang="pl" dirty="0"/>
              <a:t>Poczta: ISP (np. Home.pl)</a:t>
            </a:r>
          </a:p>
          <a:p>
            <a:pPr rtl="0"/>
            <a:r>
              <a:rPr lang="pl" dirty="0"/>
              <a:t>Sieć: LAN lub/i WiFi</a:t>
            </a:r>
          </a:p>
          <a:p>
            <a:pPr rtl="0"/>
            <a:r>
              <a:rPr lang="pl" dirty="0"/>
              <a:t>Komputery: Laptopy – Windows 11 Pro</a:t>
            </a:r>
          </a:p>
          <a:p>
            <a:pPr rtl="0"/>
            <a:r>
              <a:rPr lang="pl" dirty="0"/>
              <a:t>Drukarki: Sieciowe urządzenia MFP</a:t>
            </a:r>
          </a:p>
          <a:p>
            <a:pPr rtl="0"/>
            <a:r>
              <a:rPr lang="pl" dirty="0"/>
              <a:t>Serwerownia:</a:t>
            </a:r>
          </a:p>
          <a:p>
            <a:pPr lvl="1"/>
            <a:r>
              <a:rPr lang="pl-PL" dirty="0"/>
              <a:t>M</a:t>
            </a:r>
            <a:r>
              <a:rPr lang="pl" dirty="0"/>
              <a:t>in. </a:t>
            </a:r>
            <a:r>
              <a:rPr lang="pl-PL" dirty="0"/>
              <a:t>d</a:t>
            </a:r>
            <a:r>
              <a:rPr lang="pl" dirty="0"/>
              <a:t>wa fizyczne serwery z wirtualizacją</a:t>
            </a:r>
          </a:p>
          <a:p>
            <a:pPr lvl="1"/>
            <a:r>
              <a:rPr lang="pl" dirty="0"/>
              <a:t>Wdrożone Active Directory</a:t>
            </a:r>
          </a:p>
          <a:p>
            <a:pPr lvl="1"/>
            <a:r>
              <a:rPr lang="pl" dirty="0"/>
              <a:t>Macierz dyskowa – NAS </a:t>
            </a:r>
            <a:r>
              <a:rPr lang="pl-PL" dirty="0"/>
              <a:t>(np. </a:t>
            </a:r>
            <a:r>
              <a:rPr lang="pl-PL" dirty="0" err="1"/>
              <a:t>Synology</a:t>
            </a:r>
            <a:r>
              <a:rPr lang="pl-PL" dirty="0"/>
              <a:t>)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06A3302E-502D-4151-81C9-5FD6AF959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9150" y="6507212"/>
            <a:ext cx="6379210" cy="153888"/>
          </a:xfrm>
        </p:spPr>
        <p:txBody>
          <a:bodyPr rtlCol="0"/>
          <a:lstStyle/>
          <a:p>
            <a:pPr rtl="0"/>
            <a:r>
              <a:rPr lang="pl" dirty="0"/>
              <a:t>Copyright © 2026 www.BONO-IT.pl, Sebastian Stybel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9ED907F8-C614-4D59-A03F-BF9CD5E35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en-US" smtClean="0"/>
              <a:pPr rtl="0"/>
              <a:t>7</a:t>
            </a:fld>
            <a:endParaRPr lang="en-US"/>
          </a:p>
        </p:txBody>
      </p:sp>
      <p:sp>
        <p:nvSpPr>
          <p:cNvPr id="22" name="Dowolny kształt: Kształt 21">
            <a:extLst>
              <a:ext uri="{FF2B5EF4-FFF2-40B4-BE49-F238E27FC236}">
                <a16:creationId xmlns:a16="http://schemas.microsoft.com/office/drawing/2014/main" id="{C6F3814E-455F-456B-B1AF-7B993965A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4295775" y="0"/>
            <a:ext cx="360000" cy="274638"/>
          </a:xfrm>
          <a:custGeom>
            <a:avLst/>
            <a:gdLst>
              <a:gd name="connsiteX0" fmla="*/ 30714 w 360000"/>
              <a:gd name="connsiteY0" fmla="*/ 0 h 274638"/>
              <a:gd name="connsiteX1" fmla="*/ 329286 w 360000"/>
              <a:gd name="connsiteY1" fmla="*/ 0 h 274638"/>
              <a:gd name="connsiteX2" fmla="*/ 345855 w 360000"/>
              <a:gd name="connsiteY2" fmla="*/ 24574 h 274638"/>
              <a:gd name="connsiteX3" fmla="*/ 360000 w 360000"/>
              <a:gd name="connsiteY3" fmla="*/ 94638 h 274638"/>
              <a:gd name="connsiteX4" fmla="*/ 180000 w 360000"/>
              <a:gd name="connsiteY4" fmla="*/ 274638 h 274638"/>
              <a:gd name="connsiteX5" fmla="*/ 0 w 360000"/>
              <a:gd name="connsiteY5" fmla="*/ 94638 h 274638"/>
              <a:gd name="connsiteX6" fmla="*/ 14145 w 360000"/>
              <a:gd name="connsiteY6" fmla="*/ 24574 h 274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0" h="274638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745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az — symbol zastępczy 7" descr="Cyfrowe tło punktów danych">
            <a:extLst>
              <a:ext uri="{FF2B5EF4-FFF2-40B4-BE49-F238E27FC236}">
                <a16:creationId xmlns:a16="http://schemas.microsoft.com/office/drawing/2014/main" id="{5FED7C55-F545-49A1-90FD-D853A25AB45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15" name="Tytuł 14">
            <a:extLst>
              <a:ext uri="{FF2B5EF4-FFF2-40B4-BE49-F238E27FC236}">
                <a16:creationId xmlns:a16="http://schemas.microsoft.com/office/drawing/2014/main" id="{40F1DF5B-353A-4270-8C10-6A1509441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5437187" cy="2986234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rtl="0"/>
            <a:r>
              <a:rPr lang="pl" dirty="0"/>
              <a:t>Subskrypcje i licencje M365</a:t>
            </a:r>
          </a:p>
        </p:txBody>
      </p:sp>
    </p:spTree>
    <p:extLst>
      <p:ext uri="{BB962C8B-B14F-4D97-AF65-F5344CB8AC3E}">
        <p14:creationId xmlns:p14="http://schemas.microsoft.com/office/powerpoint/2010/main" val="3868757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a 24">
            <a:extLst>
              <a:ext uri="{FF2B5EF4-FFF2-40B4-BE49-F238E27FC236}">
                <a16:creationId xmlns:a16="http://schemas.microsoft.com/office/drawing/2014/main" id="{D10F3D66-0109-4903-90B9-66D0E288F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79261" y="2030035"/>
            <a:ext cx="1335600" cy="1262947"/>
            <a:chOff x="10145015" y="2343978"/>
            <a:chExt cx="1335600" cy="1262947"/>
          </a:xfrm>
        </p:grpSpPr>
        <p:sp>
          <p:nvSpPr>
            <p:cNvPr id="26" name="Dowolny kształt: Kształt 25">
              <a:extLst>
                <a:ext uri="{FF2B5EF4-FFF2-40B4-BE49-F238E27FC236}">
                  <a16:creationId xmlns:a16="http://schemas.microsoft.com/office/drawing/2014/main" id="{57DAB968-9B52-4EFF-AD39-7657DFEA6E48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27" name="Owal 26">
              <a:extLst>
                <a:ext uri="{FF2B5EF4-FFF2-40B4-BE49-F238E27FC236}">
                  <a16:creationId xmlns:a16="http://schemas.microsoft.com/office/drawing/2014/main" id="{962BE440-9634-4380-B142-5DB692420C52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US"/>
            </a:p>
          </p:txBody>
        </p:sp>
      </p:grpSp>
      <p:sp>
        <p:nvSpPr>
          <p:cNvPr id="7" name="Tytuł 6">
            <a:extLst>
              <a:ext uri="{FF2B5EF4-FFF2-40B4-BE49-F238E27FC236}">
                <a16:creationId xmlns:a16="http://schemas.microsoft.com/office/drawing/2014/main" id="{4B18D636-CC10-4B1E-AA38-419DCCF2D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rtlCol="0">
            <a:normAutofit/>
          </a:bodyPr>
          <a:lstStyle/>
          <a:p>
            <a:pPr rtl="0"/>
            <a:r>
              <a:rPr lang="pl" dirty="0"/>
              <a:t>Licencje i subskrypcje</a:t>
            </a:r>
          </a:p>
        </p:txBody>
      </p:sp>
      <p:sp>
        <p:nvSpPr>
          <p:cNvPr id="9" name="Tekst — symbol zastępczy 8">
            <a:extLst>
              <a:ext uri="{FF2B5EF4-FFF2-40B4-BE49-F238E27FC236}">
                <a16:creationId xmlns:a16="http://schemas.microsoft.com/office/drawing/2014/main" id="{0D098C43-2F2A-4100-89BC-5931039293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731375"/>
            <a:ext cx="5437186" cy="535354"/>
          </a:xfrm>
        </p:spPr>
        <p:txBody>
          <a:bodyPr rtlCol="0"/>
          <a:lstStyle/>
          <a:p>
            <a:pPr rtl="0"/>
            <a:r>
              <a:rPr lang="pl" dirty="0"/>
              <a:t>Od czego zacząć</a:t>
            </a:r>
            <a:endParaRPr lang="en-US" dirty="0"/>
          </a:p>
        </p:txBody>
      </p:sp>
      <p:sp>
        <p:nvSpPr>
          <p:cNvPr id="10" name="Zawartość — symbol zastępczy 9">
            <a:extLst>
              <a:ext uri="{FF2B5EF4-FFF2-40B4-BE49-F238E27FC236}">
                <a16:creationId xmlns:a16="http://schemas.microsoft.com/office/drawing/2014/main" id="{1DB251F7-EBE7-46AC-A920-FFE2C5AF68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427370"/>
            <a:ext cx="5429114" cy="3955501"/>
          </a:xfrm>
        </p:spPr>
        <p:txBody>
          <a:bodyPr rtlCol="0"/>
          <a:lstStyle/>
          <a:p>
            <a:pPr rtl="0"/>
            <a:r>
              <a:rPr lang="pl" dirty="0"/>
              <a:t>Wrsje próbne:</a:t>
            </a:r>
          </a:p>
          <a:p>
            <a:pPr lvl="1"/>
            <a:r>
              <a:rPr lang="pl-PL" dirty="0"/>
              <a:t>Microsoft 365 Business Premium</a:t>
            </a:r>
          </a:p>
          <a:p>
            <a:pPr lvl="1"/>
            <a:r>
              <a:rPr lang="pl-PL" dirty="0"/>
              <a:t>Microsoft 365 E3</a:t>
            </a:r>
          </a:p>
          <a:p>
            <a:pPr lvl="1"/>
            <a:r>
              <a:rPr lang="pl-PL" dirty="0" err="1"/>
              <a:t>Azure</a:t>
            </a:r>
            <a:r>
              <a:rPr lang="pl-PL" dirty="0"/>
              <a:t> </a:t>
            </a:r>
            <a:r>
              <a:rPr lang="pl-PL" dirty="0" err="1"/>
              <a:t>Free</a:t>
            </a:r>
            <a:r>
              <a:rPr lang="pl-PL" dirty="0"/>
              <a:t> Trial</a:t>
            </a:r>
            <a:endParaRPr lang="pl" dirty="0"/>
          </a:p>
          <a:p>
            <a:r>
              <a:rPr lang="pl" dirty="0"/>
              <a:t>Narzędzia</a:t>
            </a:r>
          </a:p>
          <a:p>
            <a:pPr lvl="1"/>
            <a:r>
              <a:rPr lang="pl-PL" dirty="0">
                <a:hlinkClick r:id="rId3"/>
              </a:rPr>
              <a:t>https://m365maps.com/</a:t>
            </a:r>
            <a:endParaRPr lang="pl-PL" dirty="0"/>
          </a:p>
          <a:p>
            <a:pPr lvl="1"/>
            <a:r>
              <a:rPr lang="pl-PL" dirty="0">
                <a:hlinkClick r:id="rId4"/>
              </a:rPr>
              <a:t>https://azure.microsoft.com/en-us/pricing/calculator/</a:t>
            </a:r>
            <a:endParaRPr lang="pl-PL" dirty="0"/>
          </a:p>
        </p:txBody>
      </p:sp>
      <p:sp>
        <p:nvSpPr>
          <p:cNvPr id="11" name="Tekst — symbol zastępczy 10">
            <a:extLst>
              <a:ext uri="{FF2B5EF4-FFF2-40B4-BE49-F238E27FC236}">
                <a16:creationId xmlns:a16="http://schemas.microsoft.com/office/drawing/2014/main" id="{60726BA7-44D6-4116-90E3-38325026EA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731375"/>
            <a:ext cx="5436392" cy="535354"/>
          </a:xfrm>
        </p:spPr>
        <p:txBody>
          <a:bodyPr rtlCol="0"/>
          <a:lstStyle/>
          <a:p>
            <a:pPr rtl="0"/>
            <a:r>
              <a:rPr lang="pl" dirty="0"/>
              <a:t>Jaka licencja będzie odpowiednia</a:t>
            </a:r>
          </a:p>
        </p:txBody>
      </p:sp>
      <p:sp>
        <p:nvSpPr>
          <p:cNvPr id="12" name="Zawartość — symbol zastępczy 11">
            <a:extLst>
              <a:ext uri="{FF2B5EF4-FFF2-40B4-BE49-F238E27FC236}">
                <a16:creationId xmlns:a16="http://schemas.microsoft.com/office/drawing/2014/main" id="{7FB7F30B-2A84-4C44-BC5A-E826ED6E74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427370"/>
            <a:ext cx="5436391" cy="3515555"/>
          </a:xfrm>
        </p:spPr>
        <p:txBody>
          <a:bodyPr rtlCol="0"/>
          <a:lstStyle/>
          <a:p>
            <a:pPr rtl="0"/>
            <a:r>
              <a:rPr lang="pl" dirty="0"/>
              <a:t>Mikro firma</a:t>
            </a:r>
          </a:p>
          <a:p>
            <a:pPr lvl="1"/>
            <a:r>
              <a:rPr lang="pl-PL" dirty="0"/>
              <a:t>Microsoft 365 Business Premium</a:t>
            </a:r>
          </a:p>
          <a:p>
            <a:pPr lvl="1"/>
            <a:r>
              <a:rPr lang="pl-PL" dirty="0" err="1"/>
              <a:t>Azure</a:t>
            </a:r>
            <a:r>
              <a:rPr lang="pl-PL" dirty="0"/>
              <a:t> w modelu PAYG lub </a:t>
            </a:r>
            <a:r>
              <a:rPr lang="pl-PL" dirty="0" err="1"/>
              <a:t>Azure</a:t>
            </a:r>
            <a:r>
              <a:rPr lang="pl-PL" dirty="0"/>
              <a:t> w modelu CSP</a:t>
            </a:r>
            <a:endParaRPr lang="pl" dirty="0"/>
          </a:p>
          <a:p>
            <a:pPr rtl="0"/>
            <a:r>
              <a:rPr lang="pl" dirty="0"/>
              <a:t>Mała firm</a:t>
            </a:r>
          </a:p>
          <a:p>
            <a:pPr lvl="1"/>
            <a:r>
              <a:rPr lang="pl-PL" dirty="0"/>
              <a:t>Microsoft 365 E3</a:t>
            </a:r>
          </a:p>
          <a:p>
            <a:pPr lvl="1"/>
            <a:r>
              <a:rPr lang="pl-PL" dirty="0" err="1"/>
              <a:t>Azure</a:t>
            </a:r>
            <a:r>
              <a:rPr lang="pl-PL" dirty="0"/>
              <a:t> w modelu PAYG lub </a:t>
            </a:r>
            <a:r>
              <a:rPr lang="pl-PL" dirty="0" err="1"/>
              <a:t>Azure</a:t>
            </a:r>
            <a:r>
              <a:rPr lang="pl-PL" dirty="0"/>
              <a:t> w modelu CSP</a:t>
            </a:r>
            <a:endParaRPr lang="pl" dirty="0"/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06A3302E-502D-4151-81C9-5FD6AF959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9150" y="6507212"/>
            <a:ext cx="6379210" cy="153888"/>
          </a:xfrm>
        </p:spPr>
        <p:txBody>
          <a:bodyPr rtlCol="0"/>
          <a:lstStyle/>
          <a:p>
            <a:pPr rtl="0"/>
            <a:r>
              <a:rPr lang="pl" dirty="0"/>
              <a:t>Copyright © 2026 www.BONO-IT.pl, Sebastian Stybel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9ED907F8-C614-4D59-A03F-BF9CD5E35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en-US" smtClean="0"/>
              <a:pPr rtl="0"/>
              <a:t>9</a:t>
            </a:fld>
            <a:endParaRPr lang="en-US" dirty="0"/>
          </a:p>
        </p:txBody>
      </p:sp>
      <p:sp>
        <p:nvSpPr>
          <p:cNvPr id="22" name="Dowolny kształt: Kształt 21">
            <a:extLst>
              <a:ext uri="{FF2B5EF4-FFF2-40B4-BE49-F238E27FC236}">
                <a16:creationId xmlns:a16="http://schemas.microsoft.com/office/drawing/2014/main" id="{C6F3814E-455F-456B-B1AF-7B993965A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4295775" y="0"/>
            <a:ext cx="360000" cy="274638"/>
          </a:xfrm>
          <a:custGeom>
            <a:avLst/>
            <a:gdLst>
              <a:gd name="connsiteX0" fmla="*/ 30714 w 360000"/>
              <a:gd name="connsiteY0" fmla="*/ 0 h 274638"/>
              <a:gd name="connsiteX1" fmla="*/ 329286 w 360000"/>
              <a:gd name="connsiteY1" fmla="*/ 0 h 274638"/>
              <a:gd name="connsiteX2" fmla="*/ 345855 w 360000"/>
              <a:gd name="connsiteY2" fmla="*/ 24574 h 274638"/>
              <a:gd name="connsiteX3" fmla="*/ 360000 w 360000"/>
              <a:gd name="connsiteY3" fmla="*/ 94638 h 274638"/>
              <a:gd name="connsiteX4" fmla="*/ 180000 w 360000"/>
              <a:gd name="connsiteY4" fmla="*/ 274638 h 274638"/>
              <a:gd name="connsiteX5" fmla="*/ 0 w 360000"/>
              <a:gd name="connsiteY5" fmla="*/ 94638 h 274638"/>
              <a:gd name="connsiteX6" fmla="*/ 14145 w 360000"/>
              <a:gd name="connsiteY6" fmla="*/ 24574 h 274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0" h="274638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78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az — symbol zastępczy 7" descr="Cyfrowe tło punktów danych">
            <a:extLst>
              <a:ext uri="{FF2B5EF4-FFF2-40B4-BE49-F238E27FC236}">
                <a16:creationId xmlns:a16="http://schemas.microsoft.com/office/drawing/2014/main" id="{5FED7C55-F545-49A1-90FD-D853A25AB45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15" name="Tytuł 14">
            <a:extLst>
              <a:ext uri="{FF2B5EF4-FFF2-40B4-BE49-F238E27FC236}">
                <a16:creationId xmlns:a16="http://schemas.microsoft.com/office/drawing/2014/main" id="{40F1DF5B-353A-4270-8C10-6A1509441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5437187" cy="2986234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pl" dirty="0"/>
              <a:t>Wdrożenie Entra</a:t>
            </a:r>
            <a:endParaRPr lang="pl" sz="6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36099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046426E-F6F6-4A7C-9181-8C3090996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549275"/>
            <a:ext cx="3565524" cy="1997855"/>
          </a:xfrm>
        </p:spPr>
        <p:txBody>
          <a:bodyPr rtlCol="0"/>
          <a:lstStyle/>
          <a:p>
            <a:pPr rtl="0"/>
            <a:r>
              <a:rPr lang="pl" dirty="0"/>
              <a:t>D E M O</a:t>
            </a:r>
          </a:p>
        </p:txBody>
      </p:sp>
      <p:pic>
        <p:nvPicPr>
          <p:cNvPr id="8" name="Obraz — symbol zastępczy 7" descr="Dane cyfrowe">
            <a:extLst>
              <a:ext uri="{FF2B5EF4-FFF2-40B4-BE49-F238E27FC236}">
                <a16:creationId xmlns:a16="http://schemas.microsoft.com/office/drawing/2014/main" id="{06D2324F-3B7B-45EF-9584-C8EADD2C8C0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08928" y="1596771"/>
            <a:ext cx="3448558" cy="3448558"/>
          </a:xfrm>
        </p:spPr>
      </p:pic>
      <p:pic>
        <p:nvPicPr>
          <p:cNvPr id="10" name="Obraz — symbol zastępczy 9" descr="Punkty danych ">
            <a:extLst>
              <a:ext uri="{FF2B5EF4-FFF2-40B4-BE49-F238E27FC236}">
                <a16:creationId xmlns:a16="http://schemas.microsoft.com/office/drawing/2014/main" id="{71F862F9-0E8A-4DB9-8083-1C3AA6E5D77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18575" y="596392"/>
            <a:ext cx="2263776" cy="2263776"/>
          </a:xfrm>
        </p:spPr>
      </p:pic>
      <p:pic>
        <p:nvPicPr>
          <p:cNvPr id="12" name="Obraz — symbol zastępczy 11" descr="Tło danych">
            <a:extLst>
              <a:ext uri="{FF2B5EF4-FFF2-40B4-BE49-F238E27FC236}">
                <a16:creationId xmlns:a16="http://schemas.microsoft.com/office/drawing/2014/main" id="{A63F39B9-0715-40B5-8ECB-9B983F99C69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91612" y="3324733"/>
            <a:ext cx="2936876" cy="2936876"/>
          </a:xfrm>
        </p:spPr>
      </p:pic>
      <p:sp>
        <p:nvSpPr>
          <p:cNvPr id="15" name="Numer slajdu — symbol zastępczy 14">
            <a:extLst>
              <a:ext uri="{FF2B5EF4-FFF2-40B4-BE49-F238E27FC236}">
                <a16:creationId xmlns:a16="http://schemas.microsoft.com/office/drawing/2014/main" id="{3B199C97-F175-437D-8311-DB662925C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en-US" smtClean="0"/>
              <a:pPr rtl="0"/>
              <a:t>11</a:t>
            </a:fld>
            <a:endParaRPr lang="en-US"/>
          </a:p>
        </p:txBody>
      </p:sp>
      <p:sp>
        <p:nvSpPr>
          <p:cNvPr id="4" name="Stopka — symbol zastępczy 4">
            <a:extLst>
              <a:ext uri="{FF2B5EF4-FFF2-40B4-BE49-F238E27FC236}">
                <a16:creationId xmlns:a16="http://schemas.microsoft.com/office/drawing/2014/main" id="{675F063D-DF3A-E4A9-BAEA-FFD5E5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9150" y="6507212"/>
            <a:ext cx="6379210" cy="153888"/>
          </a:xfrm>
        </p:spPr>
        <p:txBody>
          <a:bodyPr rtlCol="0"/>
          <a:lstStyle/>
          <a:p>
            <a:pPr rtl="0"/>
            <a:r>
              <a:rPr lang="pl" dirty="0"/>
              <a:t>Copyright © 2026 www.BONO-IT.pl, Sebastian Stybel</a:t>
            </a:r>
          </a:p>
        </p:txBody>
      </p:sp>
    </p:spTree>
    <p:extLst>
      <p:ext uri="{BB962C8B-B14F-4D97-AF65-F5344CB8AC3E}">
        <p14:creationId xmlns:p14="http://schemas.microsoft.com/office/powerpoint/2010/main" val="3239582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az — symbol zastępczy 7" descr="Cyfrowe tło punktów danych">
            <a:extLst>
              <a:ext uri="{FF2B5EF4-FFF2-40B4-BE49-F238E27FC236}">
                <a16:creationId xmlns:a16="http://schemas.microsoft.com/office/drawing/2014/main" id="{5FED7C55-F545-49A1-90FD-D853A25AB45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15" name="Tytuł 14">
            <a:extLst>
              <a:ext uri="{FF2B5EF4-FFF2-40B4-BE49-F238E27FC236}">
                <a16:creationId xmlns:a16="http://schemas.microsoft.com/office/drawing/2014/main" id="{40F1DF5B-353A-4270-8C10-6A1509441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5437187" cy="2986234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rtl="0"/>
            <a:r>
              <a:rPr lang="pl" dirty="0"/>
              <a:t>Oswajanie Intune</a:t>
            </a:r>
          </a:p>
        </p:txBody>
      </p:sp>
    </p:spTree>
    <p:extLst>
      <p:ext uri="{BB962C8B-B14F-4D97-AF65-F5344CB8AC3E}">
        <p14:creationId xmlns:p14="http://schemas.microsoft.com/office/powerpoint/2010/main" val="3515624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046426E-F6F6-4A7C-9181-8C3090996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549275"/>
            <a:ext cx="3565524" cy="1997855"/>
          </a:xfrm>
        </p:spPr>
        <p:txBody>
          <a:bodyPr rtlCol="0"/>
          <a:lstStyle/>
          <a:p>
            <a:pPr rtl="0"/>
            <a:r>
              <a:rPr lang="pl" dirty="0"/>
              <a:t>D E M O</a:t>
            </a:r>
          </a:p>
        </p:txBody>
      </p:sp>
      <p:pic>
        <p:nvPicPr>
          <p:cNvPr id="8" name="Obraz — symbol zastępczy 7" descr="Dane cyfrowe">
            <a:extLst>
              <a:ext uri="{FF2B5EF4-FFF2-40B4-BE49-F238E27FC236}">
                <a16:creationId xmlns:a16="http://schemas.microsoft.com/office/drawing/2014/main" id="{06D2324F-3B7B-45EF-9584-C8EADD2C8C0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08928" y="1596771"/>
            <a:ext cx="3448558" cy="3448558"/>
          </a:xfrm>
        </p:spPr>
      </p:pic>
      <p:pic>
        <p:nvPicPr>
          <p:cNvPr id="10" name="Obraz — symbol zastępczy 9" descr="Punkty danych ">
            <a:extLst>
              <a:ext uri="{FF2B5EF4-FFF2-40B4-BE49-F238E27FC236}">
                <a16:creationId xmlns:a16="http://schemas.microsoft.com/office/drawing/2014/main" id="{71F862F9-0E8A-4DB9-8083-1C3AA6E5D77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18575" y="596392"/>
            <a:ext cx="2263776" cy="2263776"/>
          </a:xfrm>
        </p:spPr>
      </p:pic>
      <p:pic>
        <p:nvPicPr>
          <p:cNvPr id="12" name="Obraz — symbol zastępczy 11" descr="Tło danych">
            <a:extLst>
              <a:ext uri="{FF2B5EF4-FFF2-40B4-BE49-F238E27FC236}">
                <a16:creationId xmlns:a16="http://schemas.microsoft.com/office/drawing/2014/main" id="{A63F39B9-0715-40B5-8ECB-9B983F99C69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91612" y="3324733"/>
            <a:ext cx="2936876" cy="2936876"/>
          </a:xfrm>
        </p:spPr>
      </p:pic>
      <p:sp>
        <p:nvSpPr>
          <p:cNvPr id="15" name="Numer slajdu — symbol zastępczy 14">
            <a:extLst>
              <a:ext uri="{FF2B5EF4-FFF2-40B4-BE49-F238E27FC236}">
                <a16:creationId xmlns:a16="http://schemas.microsoft.com/office/drawing/2014/main" id="{3B199C97-F175-437D-8311-DB662925C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en-US" smtClean="0"/>
              <a:pPr rtl="0"/>
              <a:t>13</a:t>
            </a:fld>
            <a:endParaRPr lang="en-US"/>
          </a:p>
        </p:txBody>
      </p:sp>
      <p:sp>
        <p:nvSpPr>
          <p:cNvPr id="4" name="Stopka — symbol zastępczy 4">
            <a:extLst>
              <a:ext uri="{FF2B5EF4-FFF2-40B4-BE49-F238E27FC236}">
                <a16:creationId xmlns:a16="http://schemas.microsoft.com/office/drawing/2014/main" id="{675F063D-DF3A-E4A9-BAEA-FFD5E5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9150" y="6507212"/>
            <a:ext cx="6379210" cy="153888"/>
          </a:xfrm>
        </p:spPr>
        <p:txBody>
          <a:bodyPr rtlCol="0"/>
          <a:lstStyle/>
          <a:p>
            <a:pPr rtl="0"/>
            <a:r>
              <a:rPr lang="pl" dirty="0"/>
              <a:t>Copyright © 2026 www.BONO-IT.pl, Sebastian Stybel</a:t>
            </a:r>
          </a:p>
        </p:txBody>
      </p:sp>
    </p:spTree>
    <p:extLst>
      <p:ext uri="{BB962C8B-B14F-4D97-AF65-F5344CB8AC3E}">
        <p14:creationId xmlns:p14="http://schemas.microsoft.com/office/powerpoint/2010/main" val="2788705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az — symbol zastępczy 7" descr="Cyfrowe tło punktów danych">
            <a:extLst>
              <a:ext uri="{FF2B5EF4-FFF2-40B4-BE49-F238E27FC236}">
                <a16:creationId xmlns:a16="http://schemas.microsoft.com/office/drawing/2014/main" id="{5FED7C55-F545-49A1-90FD-D853A25AB45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15" name="Tytuł 14">
            <a:extLst>
              <a:ext uri="{FF2B5EF4-FFF2-40B4-BE49-F238E27FC236}">
                <a16:creationId xmlns:a16="http://schemas.microsoft.com/office/drawing/2014/main" id="{40F1DF5B-353A-4270-8C10-6A1509441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6567113" cy="2986234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rtl="0"/>
            <a:r>
              <a:rPr lang="pl" dirty="0"/>
              <a:t>Co z On-Prem? Czy tylko chmura?</a:t>
            </a:r>
          </a:p>
        </p:txBody>
      </p:sp>
    </p:spTree>
    <p:extLst>
      <p:ext uri="{BB962C8B-B14F-4D97-AF65-F5344CB8AC3E}">
        <p14:creationId xmlns:p14="http://schemas.microsoft.com/office/powerpoint/2010/main" val="427361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a 24">
            <a:extLst>
              <a:ext uri="{FF2B5EF4-FFF2-40B4-BE49-F238E27FC236}">
                <a16:creationId xmlns:a16="http://schemas.microsoft.com/office/drawing/2014/main" id="{D10F3D66-0109-4903-90B9-66D0E288F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79261" y="2030035"/>
            <a:ext cx="1335600" cy="1262947"/>
            <a:chOff x="10145015" y="2343978"/>
            <a:chExt cx="1335600" cy="1262947"/>
          </a:xfrm>
        </p:grpSpPr>
        <p:sp>
          <p:nvSpPr>
            <p:cNvPr id="26" name="Dowolny kształt: Kształt 25">
              <a:extLst>
                <a:ext uri="{FF2B5EF4-FFF2-40B4-BE49-F238E27FC236}">
                  <a16:creationId xmlns:a16="http://schemas.microsoft.com/office/drawing/2014/main" id="{57DAB968-9B52-4EFF-AD39-7657DFEA6E48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27" name="Owal 26">
              <a:extLst>
                <a:ext uri="{FF2B5EF4-FFF2-40B4-BE49-F238E27FC236}">
                  <a16:creationId xmlns:a16="http://schemas.microsoft.com/office/drawing/2014/main" id="{962BE440-9634-4380-B142-5DB692420C52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US"/>
            </a:p>
          </p:txBody>
        </p:sp>
      </p:grpSp>
      <p:sp>
        <p:nvSpPr>
          <p:cNvPr id="7" name="Tytuł 6">
            <a:extLst>
              <a:ext uri="{FF2B5EF4-FFF2-40B4-BE49-F238E27FC236}">
                <a16:creationId xmlns:a16="http://schemas.microsoft.com/office/drawing/2014/main" id="{4B18D636-CC10-4B1E-AA38-419DCCF2D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rtlCol="0">
            <a:normAutofit/>
          </a:bodyPr>
          <a:lstStyle/>
          <a:p>
            <a:pPr rtl="0"/>
            <a:r>
              <a:rPr lang="pl" dirty="0"/>
              <a:t>Czy nie potrzebuję Admina?</a:t>
            </a:r>
          </a:p>
        </p:txBody>
      </p:sp>
      <p:sp>
        <p:nvSpPr>
          <p:cNvPr id="9" name="Tekst — symbol zastępczy 8">
            <a:extLst>
              <a:ext uri="{FF2B5EF4-FFF2-40B4-BE49-F238E27FC236}">
                <a16:creationId xmlns:a16="http://schemas.microsoft.com/office/drawing/2014/main" id="{0D098C43-2F2A-4100-89BC-5931039293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731375"/>
            <a:ext cx="5437186" cy="535354"/>
          </a:xfrm>
        </p:spPr>
        <p:txBody>
          <a:bodyPr rtlCol="0"/>
          <a:lstStyle/>
          <a:p>
            <a:pPr rtl="0"/>
            <a:r>
              <a:rPr lang="pl" dirty="0"/>
              <a:t>Co z On-prem?</a:t>
            </a:r>
            <a:endParaRPr lang="en-US" dirty="0"/>
          </a:p>
        </p:txBody>
      </p:sp>
      <p:sp>
        <p:nvSpPr>
          <p:cNvPr id="10" name="Zawartość — symbol zastępczy 9">
            <a:extLst>
              <a:ext uri="{FF2B5EF4-FFF2-40B4-BE49-F238E27FC236}">
                <a16:creationId xmlns:a16="http://schemas.microsoft.com/office/drawing/2014/main" id="{1DB251F7-EBE7-46AC-A920-FFE2C5AF68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427370"/>
            <a:ext cx="5429114" cy="3955501"/>
          </a:xfrm>
        </p:spPr>
        <p:txBody>
          <a:bodyPr rtlCol="0"/>
          <a:lstStyle/>
          <a:p>
            <a:pPr rtl="0"/>
            <a:r>
              <a:rPr lang="pl" dirty="0"/>
              <a:t>Czy naprawdę potrzebuję tak duże biuro?</a:t>
            </a:r>
          </a:p>
          <a:p>
            <a:pPr rtl="0"/>
            <a:r>
              <a:rPr lang="pl" dirty="0"/>
              <a:t>Czy w ogóle potrzebuję biuro?</a:t>
            </a:r>
          </a:p>
          <a:p>
            <a:r>
              <a:rPr lang="pl-PL" dirty="0"/>
              <a:t>Przenoszenie się do innej siedziby?</a:t>
            </a:r>
            <a:endParaRPr lang="pl" dirty="0"/>
          </a:p>
          <a:p>
            <a:pPr rtl="0"/>
            <a:r>
              <a:rPr lang="pl-PL" dirty="0"/>
              <a:t>Ile mnie kosztuje sprzęt i oprogramowanie?</a:t>
            </a:r>
          </a:p>
          <a:p>
            <a:pPr rtl="0"/>
            <a:r>
              <a:rPr lang="pl-PL" dirty="0"/>
              <a:t>Co z energią?</a:t>
            </a:r>
          </a:p>
        </p:txBody>
      </p:sp>
      <p:sp>
        <p:nvSpPr>
          <p:cNvPr id="11" name="Tekst — symbol zastępczy 10">
            <a:extLst>
              <a:ext uri="{FF2B5EF4-FFF2-40B4-BE49-F238E27FC236}">
                <a16:creationId xmlns:a16="http://schemas.microsoft.com/office/drawing/2014/main" id="{60726BA7-44D6-4116-90E3-38325026EA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731375"/>
            <a:ext cx="5436392" cy="535354"/>
          </a:xfrm>
        </p:spPr>
        <p:txBody>
          <a:bodyPr rtlCol="0"/>
          <a:lstStyle/>
          <a:p>
            <a:pPr rtl="0"/>
            <a:r>
              <a:rPr lang="pl" dirty="0"/>
              <a:t>Czy tylko chmura?</a:t>
            </a:r>
          </a:p>
        </p:txBody>
      </p:sp>
      <p:sp>
        <p:nvSpPr>
          <p:cNvPr id="12" name="Zawartość — symbol zastępczy 11">
            <a:extLst>
              <a:ext uri="{FF2B5EF4-FFF2-40B4-BE49-F238E27FC236}">
                <a16:creationId xmlns:a16="http://schemas.microsoft.com/office/drawing/2014/main" id="{7FB7F30B-2A84-4C44-BC5A-E826ED6E74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427370"/>
            <a:ext cx="5436391" cy="3515555"/>
          </a:xfrm>
        </p:spPr>
        <p:txBody>
          <a:bodyPr rtlCol="0"/>
          <a:lstStyle/>
          <a:p>
            <a:pPr rtl="0"/>
            <a:r>
              <a:rPr lang="pl-PL" dirty="0"/>
              <a:t>Co z kopią bezpieczeństwa danych w chmurze?</a:t>
            </a:r>
          </a:p>
          <a:p>
            <a:pPr rtl="0"/>
            <a:r>
              <a:rPr lang="pl-PL" dirty="0"/>
              <a:t>Co jeśli będę chciał/a zrezygnować lub zmienić dostawcę?</a:t>
            </a:r>
          </a:p>
          <a:p>
            <a:pPr rtl="0"/>
            <a:r>
              <a:rPr lang="pl-PL" dirty="0"/>
              <a:t>Ile to kosztuje i jak się zmienia w czasie?</a:t>
            </a:r>
          </a:p>
          <a:p>
            <a:pPr rtl="0"/>
            <a:r>
              <a:rPr lang="pl-PL" dirty="0"/>
              <a:t>Wszystkie procesy organizacyjne można przenieść do chmury?</a:t>
            </a:r>
          </a:p>
          <a:p>
            <a:pPr rtl="0"/>
            <a:r>
              <a:rPr lang="pl-PL" dirty="0"/>
              <a:t>Czy nie potrzebuję Admina?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06A3302E-502D-4151-81C9-5FD6AF959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9150" y="6507212"/>
            <a:ext cx="6379210" cy="153888"/>
          </a:xfrm>
        </p:spPr>
        <p:txBody>
          <a:bodyPr rtlCol="0"/>
          <a:lstStyle/>
          <a:p>
            <a:pPr rtl="0"/>
            <a:r>
              <a:rPr lang="pl" dirty="0"/>
              <a:t>Copyright © 2026 www.BONO-IT.pl, Sebastian Stybel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9ED907F8-C614-4D59-A03F-BF9CD5E35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en-US" smtClean="0"/>
              <a:pPr rtl="0"/>
              <a:t>15</a:t>
            </a:fld>
            <a:endParaRPr lang="en-US"/>
          </a:p>
        </p:txBody>
      </p:sp>
      <p:sp>
        <p:nvSpPr>
          <p:cNvPr id="22" name="Dowolny kształt: Kształt 21">
            <a:extLst>
              <a:ext uri="{FF2B5EF4-FFF2-40B4-BE49-F238E27FC236}">
                <a16:creationId xmlns:a16="http://schemas.microsoft.com/office/drawing/2014/main" id="{C6F3814E-455F-456B-B1AF-7B993965A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4295775" y="0"/>
            <a:ext cx="360000" cy="274638"/>
          </a:xfrm>
          <a:custGeom>
            <a:avLst/>
            <a:gdLst>
              <a:gd name="connsiteX0" fmla="*/ 30714 w 360000"/>
              <a:gd name="connsiteY0" fmla="*/ 0 h 274638"/>
              <a:gd name="connsiteX1" fmla="*/ 329286 w 360000"/>
              <a:gd name="connsiteY1" fmla="*/ 0 h 274638"/>
              <a:gd name="connsiteX2" fmla="*/ 345855 w 360000"/>
              <a:gd name="connsiteY2" fmla="*/ 24574 h 274638"/>
              <a:gd name="connsiteX3" fmla="*/ 360000 w 360000"/>
              <a:gd name="connsiteY3" fmla="*/ 94638 h 274638"/>
              <a:gd name="connsiteX4" fmla="*/ 180000 w 360000"/>
              <a:gd name="connsiteY4" fmla="*/ 274638 h 274638"/>
              <a:gd name="connsiteX5" fmla="*/ 0 w 360000"/>
              <a:gd name="connsiteY5" fmla="*/ 94638 h 274638"/>
              <a:gd name="connsiteX6" fmla="*/ 14145 w 360000"/>
              <a:gd name="connsiteY6" fmla="*/ 24574 h 274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0" h="274638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285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az — symbol zastępczy 7" descr="Cyfrowe tło punktów danych">
            <a:extLst>
              <a:ext uri="{FF2B5EF4-FFF2-40B4-BE49-F238E27FC236}">
                <a16:creationId xmlns:a16="http://schemas.microsoft.com/office/drawing/2014/main" id="{5FED7C55-F545-49A1-90FD-D853A25AB45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15" name="Tytuł 14">
            <a:extLst>
              <a:ext uri="{FF2B5EF4-FFF2-40B4-BE49-F238E27FC236}">
                <a16:creationId xmlns:a16="http://schemas.microsoft.com/office/drawing/2014/main" id="{40F1DF5B-353A-4270-8C10-6A1509441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6961561" cy="2986234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rtl="0"/>
            <a:r>
              <a:rPr lang="pl" dirty="0"/>
              <a:t>Ile to kosztuje? </a:t>
            </a:r>
            <a:br>
              <a:rPr lang="pl" dirty="0"/>
            </a:br>
            <a:r>
              <a:rPr lang="pl" dirty="0"/>
              <a:t>Jak to sfinansować?</a:t>
            </a:r>
          </a:p>
        </p:txBody>
      </p:sp>
    </p:spTree>
    <p:extLst>
      <p:ext uri="{BB962C8B-B14F-4D97-AF65-F5344CB8AC3E}">
        <p14:creationId xmlns:p14="http://schemas.microsoft.com/office/powerpoint/2010/main" val="3164771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a 24">
            <a:extLst>
              <a:ext uri="{FF2B5EF4-FFF2-40B4-BE49-F238E27FC236}">
                <a16:creationId xmlns:a16="http://schemas.microsoft.com/office/drawing/2014/main" id="{D10F3D66-0109-4903-90B9-66D0E288F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79261" y="2030035"/>
            <a:ext cx="1335600" cy="1262947"/>
            <a:chOff x="10145015" y="2343978"/>
            <a:chExt cx="1335600" cy="1262947"/>
          </a:xfrm>
        </p:grpSpPr>
        <p:sp>
          <p:nvSpPr>
            <p:cNvPr id="26" name="Dowolny kształt: Kształt 25">
              <a:extLst>
                <a:ext uri="{FF2B5EF4-FFF2-40B4-BE49-F238E27FC236}">
                  <a16:creationId xmlns:a16="http://schemas.microsoft.com/office/drawing/2014/main" id="{57DAB968-9B52-4EFF-AD39-7657DFEA6E48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27" name="Owal 26">
              <a:extLst>
                <a:ext uri="{FF2B5EF4-FFF2-40B4-BE49-F238E27FC236}">
                  <a16:creationId xmlns:a16="http://schemas.microsoft.com/office/drawing/2014/main" id="{962BE440-9634-4380-B142-5DB692420C52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US"/>
            </a:p>
          </p:txBody>
        </p:sp>
      </p:grpSp>
      <p:sp>
        <p:nvSpPr>
          <p:cNvPr id="7" name="Tytuł 6">
            <a:extLst>
              <a:ext uri="{FF2B5EF4-FFF2-40B4-BE49-F238E27FC236}">
                <a16:creationId xmlns:a16="http://schemas.microsoft.com/office/drawing/2014/main" id="{4B18D636-CC10-4B1E-AA38-419DCCF2D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rtlCol="0">
            <a:normAutofit/>
          </a:bodyPr>
          <a:lstStyle/>
          <a:p>
            <a:pPr rtl="0"/>
            <a:r>
              <a:rPr lang="pl" dirty="0"/>
              <a:t>Panie czemu tak drogo? </a:t>
            </a:r>
            <a:br>
              <a:rPr lang="pl" dirty="0"/>
            </a:br>
            <a:r>
              <a:rPr lang="pl" dirty="0"/>
              <a:t>Co mam w gratisie?</a:t>
            </a:r>
          </a:p>
        </p:txBody>
      </p:sp>
      <p:sp>
        <p:nvSpPr>
          <p:cNvPr id="9" name="Tekst — symbol zastępczy 8">
            <a:extLst>
              <a:ext uri="{FF2B5EF4-FFF2-40B4-BE49-F238E27FC236}">
                <a16:creationId xmlns:a16="http://schemas.microsoft.com/office/drawing/2014/main" id="{0D098C43-2F2A-4100-89BC-5931039293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731375"/>
            <a:ext cx="5437186" cy="535354"/>
          </a:xfrm>
        </p:spPr>
        <p:txBody>
          <a:bodyPr rtlCol="0"/>
          <a:lstStyle/>
          <a:p>
            <a:pPr rtl="0"/>
            <a:r>
              <a:rPr lang="pl" dirty="0"/>
              <a:t>Ile to kosztuje?</a:t>
            </a:r>
            <a:endParaRPr lang="en-US" dirty="0"/>
          </a:p>
        </p:txBody>
      </p:sp>
      <p:sp>
        <p:nvSpPr>
          <p:cNvPr id="10" name="Zawartość — symbol zastępczy 9">
            <a:extLst>
              <a:ext uri="{FF2B5EF4-FFF2-40B4-BE49-F238E27FC236}">
                <a16:creationId xmlns:a16="http://schemas.microsoft.com/office/drawing/2014/main" id="{1DB251F7-EBE7-46AC-A920-FFE2C5AF68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427370"/>
            <a:ext cx="5429114" cy="3955501"/>
          </a:xfrm>
        </p:spPr>
        <p:txBody>
          <a:bodyPr rtlCol="0"/>
          <a:lstStyle/>
          <a:p>
            <a:pPr rtl="0"/>
            <a:r>
              <a:rPr lang="pl-PL" dirty="0"/>
              <a:t>Określić jakie zasoby są niezbędne do moich potrzeb – dokonać optymalizację</a:t>
            </a:r>
          </a:p>
          <a:p>
            <a:pPr rtl="0"/>
            <a:r>
              <a:rPr lang="pl" dirty="0"/>
              <a:t>Dokonać oszacowania w kalkulatorze</a:t>
            </a:r>
          </a:p>
          <a:p>
            <a:r>
              <a:rPr lang="pl" dirty="0"/>
              <a:t>Dobrać odpowiednie subskrypcje – produkty</a:t>
            </a:r>
          </a:p>
          <a:p>
            <a:pPr rtl="0"/>
            <a:r>
              <a:rPr lang="pl-PL" dirty="0"/>
              <a:t>Przetestować na wersjach zapoznawczych – </a:t>
            </a:r>
            <a:r>
              <a:rPr lang="pl-PL" dirty="0" err="1"/>
              <a:t>Free</a:t>
            </a:r>
            <a:r>
              <a:rPr lang="pl-PL" dirty="0"/>
              <a:t> Trial</a:t>
            </a:r>
            <a:endParaRPr lang="pl" dirty="0"/>
          </a:p>
        </p:txBody>
      </p:sp>
      <p:sp>
        <p:nvSpPr>
          <p:cNvPr id="11" name="Tekst — symbol zastępczy 10">
            <a:extLst>
              <a:ext uri="{FF2B5EF4-FFF2-40B4-BE49-F238E27FC236}">
                <a16:creationId xmlns:a16="http://schemas.microsoft.com/office/drawing/2014/main" id="{60726BA7-44D6-4116-90E3-38325026EA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731375"/>
            <a:ext cx="5436392" cy="535354"/>
          </a:xfrm>
        </p:spPr>
        <p:txBody>
          <a:bodyPr rtlCol="0"/>
          <a:lstStyle/>
          <a:p>
            <a:pPr rtl="0"/>
            <a:r>
              <a:rPr lang="pl" dirty="0"/>
              <a:t>Jak mogę obniżyć koszty?</a:t>
            </a:r>
          </a:p>
        </p:txBody>
      </p:sp>
      <p:sp>
        <p:nvSpPr>
          <p:cNvPr id="12" name="Zawartość — symbol zastępczy 11">
            <a:extLst>
              <a:ext uri="{FF2B5EF4-FFF2-40B4-BE49-F238E27FC236}">
                <a16:creationId xmlns:a16="http://schemas.microsoft.com/office/drawing/2014/main" id="{7FB7F30B-2A84-4C44-BC5A-E826ED6E74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427370"/>
            <a:ext cx="5436391" cy="3515555"/>
          </a:xfrm>
        </p:spPr>
        <p:txBody>
          <a:bodyPr rtlCol="0"/>
          <a:lstStyle/>
          <a:p>
            <a:pPr rtl="0"/>
            <a:r>
              <a:rPr lang="pl" dirty="0"/>
              <a:t>Wybór odpowiedniej subskrypcji i modelu sprzedażowego</a:t>
            </a:r>
          </a:p>
          <a:p>
            <a:pPr rtl="0"/>
            <a:r>
              <a:rPr lang="pl-PL" dirty="0"/>
              <a:t>Czy wszystkie zasoby w </a:t>
            </a:r>
            <a:r>
              <a:rPr lang="pl-PL" dirty="0" err="1"/>
              <a:t>Azure</a:t>
            </a:r>
            <a:r>
              <a:rPr lang="pl-PL" dirty="0"/>
              <a:t> muszą pracować 365/24?</a:t>
            </a:r>
          </a:p>
          <a:p>
            <a:pPr rtl="0"/>
            <a:r>
              <a:rPr lang="pl-PL" dirty="0"/>
              <a:t>Czy skorzystałem/</a:t>
            </a:r>
            <a:r>
              <a:rPr lang="pl-PL" dirty="0" err="1"/>
              <a:t>am</a:t>
            </a:r>
            <a:r>
              <a:rPr lang="pl-PL" dirty="0"/>
              <a:t> ze wszystkich benefitów?</a:t>
            </a:r>
          </a:p>
          <a:p>
            <a:pPr rtl="0"/>
            <a:r>
              <a:rPr lang="pl-PL" dirty="0"/>
              <a:t>Może zostać partnerem Microsoft?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06A3302E-502D-4151-81C9-5FD6AF959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9150" y="6507212"/>
            <a:ext cx="6379210" cy="153888"/>
          </a:xfrm>
        </p:spPr>
        <p:txBody>
          <a:bodyPr rtlCol="0"/>
          <a:lstStyle/>
          <a:p>
            <a:pPr rtl="0"/>
            <a:r>
              <a:rPr lang="pl" dirty="0"/>
              <a:t>Copyright © 2026 www.BONO-IT.pl, Sebastian Stybel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9ED907F8-C614-4D59-A03F-BF9CD5E35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en-US" smtClean="0"/>
              <a:pPr rtl="0"/>
              <a:t>17</a:t>
            </a:fld>
            <a:endParaRPr lang="en-US"/>
          </a:p>
        </p:txBody>
      </p:sp>
      <p:sp>
        <p:nvSpPr>
          <p:cNvPr id="22" name="Dowolny kształt: Kształt 21">
            <a:extLst>
              <a:ext uri="{FF2B5EF4-FFF2-40B4-BE49-F238E27FC236}">
                <a16:creationId xmlns:a16="http://schemas.microsoft.com/office/drawing/2014/main" id="{C6F3814E-455F-456B-B1AF-7B993965A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4295775" y="0"/>
            <a:ext cx="360000" cy="274638"/>
          </a:xfrm>
          <a:custGeom>
            <a:avLst/>
            <a:gdLst>
              <a:gd name="connsiteX0" fmla="*/ 30714 w 360000"/>
              <a:gd name="connsiteY0" fmla="*/ 0 h 274638"/>
              <a:gd name="connsiteX1" fmla="*/ 329286 w 360000"/>
              <a:gd name="connsiteY1" fmla="*/ 0 h 274638"/>
              <a:gd name="connsiteX2" fmla="*/ 345855 w 360000"/>
              <a:gd name="connsiteY2" fmla="*/ 24574 h 274638"/>
              <a:gd name="connsiteX3" fmla="*/ 360000 w 360000"/>
              <a:gd name="connsiteY3" fmla="*/ 94638 h 274638"/>
              <a:gd name="connsiteX4" fmla="*/ 180000 w 360000"/>
              <a:gd name="connsiteY4" fmla="*/ 274638 h 274638"/>
              <a:gd name="connsiteX5" fmla="*/ 0 w 360000"/>
              <a:gd name="connsiteY5" fmla="*/ 94638 h 274638"/>
              <a:gd name="connsiteX6" fmla="*/ 14145 w 360000"/>
              <a:gd name="connsiteY6" fmla="*/ 24574 h 274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0" h="274638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959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ytuł 10">
            <a:extLst>
              <a:ext uri="{FF2B5EF4-FFF2-40B4-BE49-F238E27FC236}">
                <a16:creationId xmlns:a16="http://schemas.microsoft.com/office/drawing/2014/main" id="{581E8936-2270-47FE-94A4-398CB123E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757" y="4467240"/>
            <a:ext cx="4500562" cy="1562959"/>
          </a:xfrm>
        </p:spPr>
        <p:txBody>
          <a:bodyPr rtlCol="0"/>
          <a:lstStyle/>
          <a:p>
            <a:pPr rtl="0"/>
            <a:r>
              <a:rPr lang="pl" dirty="0"/>
              <a:t>Q &amp; A</a:t>
            </a:r>
          </a:p>
        </p:txBody>
      </p:sp>
      <p:pic>
        <p:nvPicPr>
          <p:cNvPr id="16" name="Obraz — symbol zastępczy 15" descr="Cyfrowe tło punktów danych">
            <a:extLst>
              <a:ext uri="{FF2B5EF4-FFF2-40B4-BE49-F238E27FC236}">
                <a16:creationId xmlns:a16="http://schemas.microsoft.com/office/drawing/2014/main" id="{361E9ADB-7377-4CF1-9AE4-AEFBDEBEEEE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3776472"/>
          </a:xfrm>
        </p:spPr>
      </p:pic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06A3302E-502D-4151-81C9-5FD6AF959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9150" y="6507212"/>
            <a:ext cx="6379210" cy="153888"/>
          </a:xfrm>
        </p:spPr>
        <p:txBody>
          <a:bodyPr rtlCol="0"/>
          <a:lstStyle/>
          <a:p>
            <a:pPr rtl="0"/>
            <a:r>
              <a:rPr lang="pl"/>
              <a:t>Przykładowy tekst stopki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9ED907F8-C614-4D59-A03F-BF9CD5E35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en-US" smtClean="0"/>
              <a:pPr rtl="0"/>
              <a:t>18</a:t>
            </a:fld>
            <a:endParaRPr lang="en-US"/>
          </a:p>
        </p:txBody>
      </p:sp>
      <p:pic>
        <p:nvPicPr>
          <p:cNvPr id="7" name="Symbol zastępczy zawartości 6" descr="Obraz zawierający wzór, ścieg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03E5C2E1-516F-E3D3-7052-5A4F10E5D5FF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4"/>
          <a:stretch>
            <a:fillRect/>
          </a:stretch>
        </p:blipFill>
        <p:spPr>
          <a:xfrm>
            <a:off x="7306235" y="3990227"/>
            <a:ext cx="2736384" cy="2736384"/>
          </a:xfrm>
        </p:spPr>
      </p:pic>
    </p:spTree>
    <p:extLst>
      <p:ext uri="{BB962C8B-B14F-4D97-AF65-F5344CB8AC3E}">
        <p14:creationId xmlns:p14="http://schemas.microsoft.com/office/powerpoint/2010/main" val="3521561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ytuł 21">
            <a:extLst>
              <a:ext uri="{FF2B5EF4-FFF2-40B4-BE49-F238E27FC236}">
                <a16:creationId xmlns:a16="http://schemas.microsoft.com/office/drawing/2014/main" id="{F8FAEED9-1ECD-45F9-87A0-9394BAEABB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5437187" cy="2986234"/>
          </a:xfrm>
        </p:spPr>
        <p:txBody>
          <a:bodyPr rtlCol="0"/>
          <a:lstStyle/>
          <a:p>
            <a:pPr rtl="0"/>
            <a:r>
              <a:rPr lang="pl" dirty="0"/>
              <a:t>Dziękuję</a:t>
            </a:r>
          </a:p>
        </p:txBody>
      </p:sp>
      <p:sp>
        <p:nvSpPr>
          <p:cNvPr id="23" name="Podtytuł 22">
            <a:extLst>
              <a:ext uri="{FF2B5EF4-FFF2-40B4-BE49-F238E27FC236}">
                <a16:creationId xmlns:a16="http://schemas.microsoft.com/office/drawing/2014/main" id="{8E5E4638-9BCB-4C2E-914F-CC868E2020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3827610"/>
            <a:ext cx="5437187" cy="2265216"/>
          </a:xfrm>
        </p:spPr>
        <p:txBody>
          <a:bodyPr rtlCol="0"/>
          <a:lstStyle/>
          <a:p>
            <a:pPr rtl="0"/>
            <a:r>
              <a:rPr lang="pl" dirty="0"/>
              <a:t>Sebastian Stybel</a:t>
            </a:r>
          </a:p>
          <a:p>
            <a:pPr rtl="0"/>
            <a:r>
              <a:rPr lang="pl-PL" dirty="0">
                <a:solidFill>
                  <a:srgbClr val="3399F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</a:t>
            </a:r>
            <a:r>
              <a:rPr lang="pl" dirty="0">
                <a:solidFill>
                  <a:srgbClr val="3399F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ebastian.stybel@bono-it.pl</a:t>
            </a:r>
            <a:r>
              <a:rPr lang="pl" dirty="0">
                <a:solidFill>
                  <a:srgbClr val="3399FF"/>
                </a:solidFill>
              </a:rPr>
              <a:t> </a:t>
            </a:r>
          </a:p>
          <a:p>
            <a:pPr rtl="0"/>
            <a:r>
              <a:rPr lang="pl" dirty="0">
                <a:solidFill>
                  <a:srgbClr val="3399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www.BONO-IT.pl</a:t>
            </a:r>
            <a:r>
              <a:rPr lang="pl" dirty="0">
                <a:solidFill>
                  <a:srgbClr val="3399FF"/>
                </a:solidFill>
              </a:rPr>
              <a:t> </a:t>
            </a:r>
          </a:p>
        </p:txBody>
      </p:sp>
      <p:pic>
        <p:nvPicPr>
          <p:cNvPr id="27" name="Obraz — symbol zastępczy 26" descr="Cyfrowe tło punktów danych">
            <a:extLst>
              <a:ext uri="{FF2B5EF4-FFF2-40B4-BE49-F238E27FC236}">
                <a16:creationId xmlns:a16="http://schemas.microsoft.com/office/drawing/2014/main" id="{9E660784-34E2-4CDA-926A-DDD6AAF35046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56248" y="548640"/>
            <a:ext cx="5084064" cy="2880360"/>
          </a:xfrm>
        </p:spPr>
      </p:pic>
      <p:pic>
        <p:nvPicPr>
          <p:cNvPr id="33" name="Obraz — symbol zastępczy 32" descr="Cyfrowe tło punktów danych">
            <a:extLst>
              <a:ext uri="{FF2B5EF4-FFF2-40B4-BE49-F238E27FC236}">
                <a16:creationId xmlns:a16="http://schemas.microsoft.com/office/drawing/2014/main" id="{48106962-23C6-4DFE-BB3A-E5FFF03F38CE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56248" y="3429000"/>
            <a:ext cx="5084064" cy="2880360"/>
          </a:xfrm>
        </p:spPr>
      </p:pic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0B37A3FF-ED32-4C4A-A21F-848A3BF6F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9150" y="6507212"/>
            <a:ext cx="6379210" cy="153888"/>
          </a:xfrm>
        </p:spPr>
        <p:txBody>
          <a:bodyPr rtlCol="0"/>
          <a:lstStyle/>
          <a:p>
            <a:r>
              <a:rPr lang="pl" dirty="0"/>
              <a:t>Copyright © 2026 www.BONO-IT.pl, Sebastian Stybel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36E60F23-FB58-4EF8-82FD-E86CED25F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en-US" smtClean="0"/>
              <a:pPr rtl="0"/>
              <a:t>19</a:t>
            </a:fld>
            <a:endParaRPr lang="en-US"/>
          </a:p>
        </p:txBody>
      </p:sp>
      <p:pic>
        <p:nvPicPr>
          <p:cNvPr id="2" name="Symbol zastępczy zawartości 6" descr="Obraz zawierający wzór, ścieg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C663D958-193D-8BAA-E0D8-B90CEBFDA6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5765" y="548640"/>
            <a:ext cx="2736384" cy="2736384"/>
          </a:xfrm>
          <a:prstGeom prst="rect">
            <a:avLst/>
          </a:prstGeom>
          <a:solidFill>
            <a:schemeClr val="accent5"/>
          </a:solidFill>
        </p:spPr>
      </p:pic>
    </p:spTree>
    <p:extLst>
      <p:ext uri="{BB962C8B-B14F-4D97-AF65-F5344CB8AC3E}">
        <p14:creationId xmlns:p14="http://schemas.microsoft.com/office/powerpoint/2010/main" val="3247798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DFloatVTI" id="{F59BA300-ED19-4B39-9AE3-7882B1DE8B78}" vid="{0FEC63E3-719F-4F50-9F1E-5B8BAF39109A}"/>
    </a:ext>
  </a:extLst>
</a:theme>
</file>

<file path=ppt/theme/theme2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A163FB7-958F-4794-B3EE-EC8933868F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F128D9D-8887-4AE7-BD39-EBCD268E911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DF76BC85-9361-4044-951E-1D698143E54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TM33713516</Template>
  <TotalTime>306</TotalTime>
  <Words>838</Words>
  <Application>Microsoft Office PowerPoint</Application>
  <PresentationFormat>Panoramiczny</PresentationFormat>
  <Paragraphs>156</Paragraphs>
  <Slides>19</Slides>
  <Notes>15</Notes>
  <HiddenSlides>0</HiddenSlides>
  <MMClips>0</MMClips>
  <ScaleCrop>false</ScaleCrop>
  <HeadingPairs>
    <vt:vector size="6" baseType="variant">
      <vt:variant>
        <vt:lpstr>Używane czcionki</vt:lpstr>
      </vt:variant>
      <vt:variant>
        <vt:i4>7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19</vt:i4>
      </vt:variant>
    </vt:vector>
  </HeadingPairs>
  <TitlesOfParts>
    <vt:vector size="27" baseType="lpstr">
      <vt:lpstr>Arial</vt:lpstr>
      <vt:lpstr>Calibri</vt:lpstr>
      <vt:lpstr>Gill Sans MT</vt:lpstr>
      <vt:lpstr>Google Sans</vt:lpstr>
      <vt:lpstr>Segoe UI</vt:lpstr>
      <vt:lpstr>Walbaum Display</vt:lpstr>
      <vt:lpstr>Wingdings</vt:lpstr>
      <vt:lpstr>3DFloatVTI</vt:lpstr>
      <vt:lpstr>Wdrożenie usług M365 i Azure dla SMB  Praktyczne podejście</vt:lpstr>
      <vt:lpstr>Prezentacja programu PowerPoint</vt:lpstr>
      <vt:lpstr>Rynek SMB w Polsce</vt:lpstr>
      <vt:lpstr>Plan spotkania</vt:lpstr>
      <vt:lpstr>Scenariusze</vt:lpstr>
      <vt:lpstr>Mikro firma </vt:lpstr>
      <vt:lpstr>Mała firma </vt:lpstr>
      <vt:lpstr>Subskrypcje i licencje M365</vt:lpstr>
      <vt:lpstr>Licencje i subskrypcje</vt:lpstr>
      <vt:lpstr>Wdrożenie Entra</vt:lpstr>
      <vt:lpstr>D E M O</vt:lpstr>
      <vt:lpstr>Oswajanie Intune</vt:lpstr>
      <vt:lpstr>D E M O</vt:lpstr>
      <vt:lpstr>Co z On-Prem? Czy tylko chmura?</vt:lpstr>
      <vt:lpstr>Czy nie potrzebuję Admina?</vt:lpstr>
      <vt:lpstr>Ile to kosztuje?  Jak to sfinansować?</vt:lpstr>
      <vt:lpstr>Panie czemu tak drogo?  Co mam w gratisie?</vt:lpstr>
      <vt:lpstr>Q &amp; A</vt:lpstr>
      <vt:lpstr>Dziękuję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Sebastian Stybel - RDLP Gdańsk</cp:lastModifiedBy>
  <cp:revision>13</cp:revision>
  <dcterms:created xsi:type="dcterms:W3CDTF">2026-05-04T17:51:51Z</dcterms:created>
  <dcterms:modified xsi:type="dcterms:W3CDTF">2026-05-07T13:38:20Z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